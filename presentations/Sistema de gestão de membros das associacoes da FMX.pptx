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theme/theme6.xml" ContentType="application/vnd.openxmlformats-officedocument.theme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7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  <p:sldMasterId id="2147483700" r:id="rId2"/>
    <p:sldMasterId id="2147483703" r:id="rId3"/>
    <p:sldMasterId id="2147483755" r:id="rId4"/>
    <p:sldMasterId id="2147483758" r:id="rId5"/>
    <p:sldMasterId id="2147483760" r:id="rId6"/>
    <p:sldMasterId id="2147483792" r:id="rId7"/>
    <p:sldMasterId id="2147483801" r:id="rId8"/>
  </p:sldMasterIdLst>
  <p:sldIdLst>
    <p:sldId id="260" r:id="rId9"/>
    <p:sldId id="261" r:id="rId10"/>
    <p:sldId id="262" r:id="rId11"/>
    <p:sldId id="263" r:id="rId12"/>
    <p:sldId id="264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6" r:id="rId21"/>
    <p:sldId id="287" r:id="rId22"/>
    <p:sldId id="288" r:id="rId23"/>
    <p:sldId id="289" r:id="rId24"/>
    <p:sldId id="290" r:id="rId25"/>
    <p:sldId id="29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tBDfr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://bit.ly/2TyoMsr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it.ly/3A1uf1Q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://bit.ly/2TtBDfr" TargetMode="Externa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457967" y="2067867"/>
            <a:ext cx="19001267" cy="5555933"/>
            <a:chOff x="-2593475" y="1550900"/>
            <a:chExt cx="14250950" cy="416695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-2593475" y="155090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8350775" y="24111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12;p2"/>
          <p:cNvGrpSpPr/>
          <p:nvPr/>
        </p:nvGrpSpPr>
        <p:grpSpPr>
          <a:xfrm>
            <a:off x="666501" y="-2637833"/>
            <a:ext cx="7048967" cy="12015433"/>
            <a:chOff x="499875" y="-1978375"/>
            <a:chExt cx="5286725" cy="9011575"/>
          </a:xfrm>
        </p:grpSpPr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57400" y="46040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9875" y="-1978375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15;p2"/>
          <p:cNvGrpSpPr/>
          <p:nvPr/>
        </p:nvGrpSpPr>
        <p:grpSpPr>
          <a:xfrm>
            <a:off x="-1004599" y="2154567"/>
            <a:ext cx="16011833" cy="7776567"/>
            <a:chOff x="-753450" y="1615925"/>
            <a:chExt cx="12008875" cy="5832425"/>
          </a:xfrm>
        </p:grpSpPr>
        <p:pic>
          <p:nvPicPr>
            <p:cNvPr id="16" name="Google Shape;16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568725" y="16159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753450" y="476165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oogle Shape;18;p2"/>
          <p:cNvGrpSpPr/>
          <p:nvPr/>
        </p:nvGrpSpPr>
        <p:grpSpPr>
          <a:xfrm>
            <a:off x="-2490100" y="-3027866"/>
            <a:ext cx="11605400" cy="6884300"/>
            <a:chOff x="-1867575" y="-2270900"/>
            <a:chExt cx="8704050" cy="5163225"/>
          </a:xfrm>
        </p:grpSpPr>
        <p:pic>
          <p:nvPicPr>
            <p:cNvPr id="19" name="Google Shape;19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44150" y="-227090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867575" y="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862600" y="1686333"/>
            <a:ext cx="8466800" cy="214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3076900" y="4056500"/>
            <a:ext cx="60384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573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3009800" y="3205067"/>
            <a:ext cx="61724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5207600" y="2041167"/>
            <a:ext cx="1776800" cy="112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01699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-3231900" y="-1370599"/>
            <a:ext cx="18951667" cy="10791017"/>
            <a:chOff x="-2423925" y="-1027950"/>
            <a:chExt cx="14213750" cy="8093263"/>
          </a:xfrm>
        </p:grpSpPr>
        <p:pic>
          <p:nvPicPr>
            <p:cNvPr id="28" name="Google Shape;28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8424000" y="-10279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423925" y="3699488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" name="Google Shape;30;p4"/>
          <p:cNvGrpSpPr/>
          <p:nvPr/>
        </p:nvGrpSpPr>
        <p:grpSpPr>
          <a:xfrm>
            <a:off x="-3179334" y="719333"/>
            <a:ext cx="18501867" cy="5856667"/>
            <a:chOff x="-2384500" y="539500"/>
            <a:chExt cx="13876400" cy="4392500"/>
          </a:xfrm>
        </p:grpSpPr>
        <p:pic>
          <p:nvPicPr>
            <p:cNvPr id="31" name="Google Shape;31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2384500" y="20396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05200" y="53950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" name="Google Shape;33;p4"/>
          <p:cNvGrpSpPr/>
          <p:nvPr/>
        </p:nvGrpSpPr>
        <p:grpSpPr>
          <a:xfrm>
            <a:off x="-2787200" y="-900133"/>
            <a:ext cx="14588533" cy="10448533"/>
            <a:chOff x="-2090400" y="-675100"/>
            <a:chExt cx="10941400" cy="7836400"/>
          </a:xfrm>
        </p:grpSpPr>
        <p:pic>
          <p:nvPicPr>
            <p:cNvPr id="34" name="Google Shape;34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421800" y="4732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35;p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-2090400" y="-675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960000" y="1519401"/>
            <a:ext cx="10272000" cy="5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148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-4423534" y="-866199"/>
            <a:ext cx="20157651" cy="10914500"/>
            <a:chOff x="-3317650" y="-649650"/>
            <a:chExt cx="15118238" cy="8185875"/>
          </a:xfrm>
        </p:grpSpPr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493888" y="255510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317650" y="-64965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337337" y="42295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" name="Google Shape;43;p5"/>
          <p:cNvGrpSpPr/>
          <p:nvPr/>
        </p:nvGrpSpPr>
        <p:grpSpPr>
          <a:xfrm>
            <a:off x="-3832033" y="1238485"/>
            <a:ext cx="18316917" cy="7472151"/>
            <a:chOff x="-2874025" y="928863"/>
            <a:chExt cx="13737688" cy="5604113"/>
          </a:xfrm>
        </p:grpSpPr>
        <p:pic>
          <p:nvPicPr>
            <p:cNvPr id="44" name="Google Shape;44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971338" y="364065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2874025" y="92886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" name="Google Shape;46;p5"/>
          <p:cNvGrpSpPr/>
          <p:nvPr/>
        </p:nvGrpSpPr>
        <p:grpSpPr>
          <a:xfrm>
            <a:off x="4202385" y="-536666"/>
            <a:ext cx="11089500" cy="10462567"/>
            <a:chOff x="3151788" y="-402500"/>
            <a:chExt cx="8317125" cy="7846925"/>
          </a:xfrm>
        </p:grpSpPr>
        <p:pic>
          <p:nvPicPr>
            <p:cNvPr id="47" name="Google Shape;47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151788" y="46040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" name="Google Shape;48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8628488" y="-4025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1"/>
          </p:nvPr>
        </p:nvSpPr>
        <p:spPr>
          <a:xfrm>
            <a:off x="6564332" y="3735233"/>
            <a:ext cx="3340800" cy="22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2"/>
          </p:nvPr>
        </p:nvSpPr>
        <p:spPr>
          <a:xfrm>
            <a:off x="2287167" y="3735233"/>
            <a:ext cx="3340800" cy="22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3"/>
          </p:nvPr>
        </p:nvSpPr>
        <p:spPr>
          <a:xfrm>
            <a:off x="2287167" y="3179365"/>
            <a:ext cx="3340800" cy="6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6564333" y="3179365"/>
            <a:ext cx="3340800" cy="6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116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6"/>
          <p:cNvGrpSpPr/>
          <p:nvPr/>
        </p:nvGrpSpPr>
        <p:grpSpPr>
          <a:xfrm>
            <a:off x="-3730767" y="60385"/>
            <a:ext cx="17289133" cy="10350767"/>
            <a:chOff x="-2798075" y="45288"/>
            <a:chExt cx="12966850" cy="7763075"/>
          </a:xfrm>
        </p:grpSpPr>
        <p:pic>
          <p:nvPicPr>
            <p:cNvPr id="56" name="Google Shape;56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6862075" y="4501663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798075" y="45288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8" name="Google Shape;5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366733" y="4907267"/>
            <a:ext cx="4733133" cy="4733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1513818" y="-288166"/>
            <a:ext cx="3859300" cy="38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8258800" y="6415567"/>
            <a:ext cx="3582267" cy="358226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091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246067" y="6309467"/>
            <a:ext cx="3238933" cy="3238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5806885" y="-3299033"/>
            <a:ext cx="3856433" cy="385643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>
            <a:spLocks noGrp="1"/>
          </p:cNvSpPr>
          <p:nvPr>
            <p:ph type="subTitle" idx="1"/>
          </p:nvPr>
        </p:nvSpPr>
        <p:spPr>
          <a:xfrm>
            <a:off x="1082633" y="2504300"/>
            <a:ext cx="4547600" cy="26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082633" y="1066333"/>
            <a:ext cx="5726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6634667" y="1747400"/>
            <a:ext cx="3830800" cy="3783600"/>
          </a:xfrm>
          <a:prstGeom prst="octagon">
            <a:avLst>
              <a:gd name="adj" fmla="val 29289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4939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2048933" y="4216400"/>
            <a:ext cx="4733133" cy="4733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931185" y="-2675133"/>
            <a:ext cx="3787233" cy="3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092415" y="-1174282"/>
            <a:ext cx="3787233" cy="3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0625400" y="-296667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316800" y="5443733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1067051" y="3864934"/>
            <a:ext cx="3856433" cy="385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095567" y="-3800049"/>
            <a:ext cx="4519367" cy="451936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2579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565185" y="6138667"/>
            <a:ext cx="3787233" cy="3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9811434" y="-2437000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9"/>
          <p:cNvGrpSpPr/>
          <p:nvPr/>
        </p:nvGrpSpPr>
        <p:grpSpPr>
          <a:xfrm>
            <a:off x="-4423533" y="-4292500"/>
            <a:ext cx="16924584" cy="13932933"/>
            <a:chOff x="-3317650" y="-3219375"/>
            <a:chExt cx="12693438" cy="10449700"/>
          </a:xfrm>
        </p:grpSpPr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6069088" y="39236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3317650" y="-64965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750" y="-3219375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9"/>
          <p:cNvGrpSpPr/>
          <p:nvPr/>
        </p:nvGrpSpPr>
        <p:grpSpPr>
          <a:xfrm>
            <a:off x="-3832033" y="1238485"/>
            <a:ext cx="18476117" cy="7092484"/>
            <a:chOff x="-2874025" y="928863"/>
            <a:chExt cx="13857088" cy="5319363"/>
          </a:xfrm>
        </p:grpSpPr>
        <p:pic>
          <p:nvPicPr>
            <p:cNvPr id="85" name="Google Shape;85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8090738" y="335590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5400000">
              <a:off x="-2874025" y="92886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" name="Google Shape;87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26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801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title" hasCustomPrompt="1"/>
          </p:nvPr>
        </p:nvSpPr>
        <p:spPr>
          <a:xfrm>
            <a:off x="1712000" y="2456800"/>
            <a:ext cx="8768000" cy="13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94" name="Google Shape;94;p11"/>
          <p:cNvSpPr txBox="1">
            <a:spLocks noGrp="1"/>
          </p:cNvSpPr>
          <p:nvPr>
            <p:ph type="subTitle" idx="1"/>
          </p:nvPr>
        </p:nvSpPr>
        <p:spPr>
          <a:xfrm>
            <a:off x="2640800" y="3978200"/>
            <a:ext cx="69104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264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844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3"/>
          <p:cNvGrpSpPr/>
          <p:nvPr/>
        </p:nvGrpSpPr>
        <p:grpSpPr>
          <a:xfrm>
            <a:off x="0" y="-998500"/>
            <a:ext cx="16064800" cy="11479367"/>
            <a:chOff x="0" y="-748875"/>
            <a:chExt cx="12048600" cy="8609525"/>
          </a:xfrm>
        </p:grpSpPr>
        <p:pic>
          <p:nvPicPr>
            <p:cNvPr id="98" name="Google Shape;98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741900" y="-74887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0" y="45539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0" name="Google Shape;10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040699" y="386734"/>
            <a:ext cx="3859300" cy="38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10514067" y="5182734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3"/>
          <p:cNvGrpSpPr/>
          <p:nvPr/>
        </p:nvGrpSpPr>
        <p:grpSpPr>
          <a:xfrm>
            <a:off x="-2271733" y="654100"/>
            <a:ext cx="17501567" cy="8321400"/>
            <a:chOff x="-1703800" y="490575"/>
            <a:chExt cx="13126175" cy="6241050"/>
          </a:xfrm>
        </p:grpSpPr>
        <p:pic>
          <p:nvPicPr>
            <p:cNvPr id="103" name="Google Shape;103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30050" y="4905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703800" y="40449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Google Shape;105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2" hasCustomPrompt="1"/>
          </p:nvPr>
        </p:nvSpPr>
        <p:spPr>
          <a:xfrm>
            <a:off x="2057767" y="210587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 idx="3" hasCustomPrompt="1"/>
          </p:nvPr>
        </p:nvSpPr>
        <p:spPr>
          <a:xfrm>
            <a:off x="1956533" y="4207692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4" hasCustomPrompt="1"/>
          </p:nvPr>
        </p:nvSpPr>
        <p:spPr>
          <a:xfrm>
            <a:off x="5606200" y="210587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 hasCustomPrompt="1"/>
          </p:nvPr>
        </p:nvSpPr>
        <p:spPr>
          <a:xfrm>
            <a:off x="5606167" y="4207692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title" idx="6" hasCustomPrompt="1"/>
          </p:nvPr>
        </p:nvSpPr>
        <p:spPr>
          <a:xfrm>
            <a:off x="9154633" y="2105877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 hasCustomPrompt="1"/>
          </p:nvPr>
        </p:nvSpPr>
        <p:spPr>
          <a:xfrm>
            <a:off x="9154600" y="4207692"/>
            <a:ext cx="97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010567" y="2520217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8"/>
          </p:nvPr>
        </p:nvSpPr>
        <p:spPr>
          <a:xfrm>
            <a:off x="4559000" y="2520217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9"/>
          </p:nvPr>
        </p:nvSpPr>
        <p:spPr>
          <a:xfrm>
            <a:off x="8107433" y="2520217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3"/>
          </p:nvPr>
        </p:nvSpPr>
        <p:spPr>
          <a:xfrm>
            <a:off x="1010567" y="4621988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4"/>
          </p:nvPr>
        </p:nvSpPr>
        <p:spPr>
          <a:xfrm>
            <a:off x="4559000" y="4621988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5"/>
          </p:nvPr>
        </p:nvSpPr>
        <p:spPr>
          <a:xfrm>
            <a:off x="8107433" y="4621988"/>
            <a:ext cx="3074000" cy="9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15945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1232000" y="0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4"/>
          <p:cNvGrpSpPr/>
          <p:nvPr/>
        </p:nvGrpSpPr>
        <p:grpSpPr>
          <a:xfrm>
            <a:off x="-2521466" y="5142618"/>
            <a:ext cx="17883100" cy="4578300"/>
            <a:chOff x="-1891100" y="3856963"/>
            <a:chExt cx="13412325" cy="3433725"/>
          </a:xfrm>
        </p:grpSpPr>
        <p:pic>
          <p:nvPicPr>
            <p:cNvPr id="121" name="Google Shape;12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891100" y="3983988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8214525" y="3856963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14"/>
          <p:cNvGrpSpPr/>
          <p:nvPr/>
        </p:nvGrpSpPr>
        <p:grpSpPr>
          <a:xfrm>
            <a:off x="-2080566" y="-2868867"/>
            <a:ext cx="7944300" cy="13001533"/>
            <a:chOff x="-1560425" y="-2151650"/>
            <a:chExt cx="5958225" cy="9751150"/>
          </a:xfrm>
        </p:grpSpPr>
        <p:pic>
          <p:nvPicPr>
            <p:cNvPr id="124" name="Google Shape;124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1503325" y="4705025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1560425" y="-21516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" name="Google Shape;12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-2986834" y="3211800"/>
            <a:ext cx="3582267" cy="35822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75662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15"/>
          <p:cNvGrpSpPr/>
          <p:nvPr/>
        </p:nvGrpSpPr>
        <p:grpSpPr>
          <a:xfrm>
            <a:off x="2357101" y="-3815583"/>
            <a:ext cx="10570633" cy="14226733"/>
            <a:chOff x="1767825" y="-2861687"/>
            <a:chExt cx="7927975" cy="10670050"/>
          </a:xfrm>
        </p:grpSpPr>
        <p:pic>
          <p:nvPicPr>
            <p:cNvPr id="130" name="Google Shape;130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6389100" y="-269717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5648800" y="4501663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767825" y="-2861687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3" name="Google Shape;13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51067" y="260267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5"/>
          <p:cNvGrpSpPr/>
          <p:nvPr/>
        </p:nvGrpSpPr>
        <p:grpSpPr>
          <a:xfrm>
            <a:off x="-2292315" y="815400"/>
            <a:ext cx="17665433" cy="8658651"/>
            <a:chOff x="-1719237" y="611550"/>
            <a:chExt cx="13249075" cy="6493988"/>
          </a:xfrm>
        </p:grpSpPr>
        <p:pic>
          <p:nvPicPr>
            <p:cNvPr id="135" name="Google Shape;135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1719237" y="4211063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635363" y="6115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15"/>
          <p:cNvGrpSpPr/>
          <p:nvPr/>
        </p:nvGrpSpPr>
        <p:grpSpPr>
          <a:xfrm>
            <a:off x="6041767" y="-3182900"/>
            <a:ext cx="4661200" cy="13180733"/>
            <a:chOff x="4531325" y="-2387175"/>
            <a:chExt cx="3495900" cy="9885550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5340525" y="-238717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>
              <a:off x="4531325" y="481167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5945900" y="2363267"/>
            <a:ext cx="431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subTitle" idx="1"/>
          </p:nvPr>
        </p:nvSpPr>
        <p:spPr>
          <a:xfrm>
            <a:off x="5945900" y="3179533"/>
            <a:ext cx="4310800" cy="13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9028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6"/>
          <p:cNvGrpSpPr/>
          <p:nvPr/>
        </p:nvGrpSpPr>
        <p:grpSpPr>
          <a:xfrm>
            <a:off x="-4982334" y="-1043999"/>
            <a:ext cx="20716451" cy="11092300"/>
            <a:chOff x="-3736750" y="-783000"/>
            <a:chExt cx="15537338" cy="8319225"/>
          </a:xfrm>
        </p:grpSpPr>
        <p:pic>
          <p:nvPicPr>
            <p:cNvPr id="144" name="Google Shape;144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8493888" y="255510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3736750" y="-783000"/>
              <a:ext cx="4148250" cy="4148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337337" y="42295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6"/>
          <p:cNvGrpSpPr/>
          <p:nvPr/>
        </p:nvGrpSpPr>
        <p:grpSpPr>
          <a:xfrm>
            <a:off x="-3705033" y="1356951"/>
            <a:ext cx="18189917" cy="7353684"/>
            <a:chOff x="-2778775" y="1017713"/>
            <a:chExt cx="13642438" cy="5515263"/>
          </a:xfrm>
        </p:grpSpPr>
        <p:pic>
          <p:nvPicPr>
            <p:cNvPr id="148" name="Google Shape;148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971338" y="3640650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2778775" y="1017713"/>
              <a:ext cx="3389525" cy="33895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0" name="Google Shape;150;p16"/>
          <p:cNvGrpSpPr/>
          <p:nvPr/>
        </p:nvGrpSpPr>
        <p:grpSpPr>
          <a:xfrm>
            <a:off x="4202385" y="-536666"/>
            <a:ext cx="11089500" cy="10462567"/>
            <a:chOff x="3151788" y="-402500"/>
            <a:chExt cx="8317125" cy="7846925"/>
          </a:xfrm>
        </p:grpSpPr>
        <p:pic>
          <p:nvPicPr>
            <p:cNvPr id="151" name="Google Shape;151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151788" y="46040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8628488" y="-402500"/>
              <a:ext cx="2840425" cy="2840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1"/>
          </p:nvPr>
        </p:nvSpPr>
        <p:spPr>
          <a:xfrm>
            <a:off x="960000" y="1519400"/>
            <a:ext cx="10272000" cy="1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8970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11232000" y="0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17"/>
          <p:cNvGrpSpPr/>
          <p:nvPr/>
        </p:nvGrpSpPr>
        <p:grpSpPr>
          <a:xfrm>
            <a:off x="-2521466" y="5142618"/>
            <a:ext cx="17883100" cy="4578300"/>
            <a:chOff x="-1891100" y="3856963"/>
            <a:chExt cx="13412325" cy="3433725"/>
          </a:xfrm>
        </p:grpSpPr>
        <p:pic>
          <p:nvPicPr>
            <p:cNvPr id="158" name="Google Shape;15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891100" y="3983988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8214525" y="3856963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7"/>
          <p:cNvGrpSpPr/>
          <p:nvPr/>
        </p:nvGrpSpPr>
        <p:grpSpPr>
          <a:xfrm>
            <a:off x="-2080566" y="-2868867"/>
            <a:ext cx="7944300" cy="13001533"/>
            <a:chOff x="-1560425" y="-2151650"/>
            <a:chExt cx="5958225" cy="9751150"/>
          </a:xfrm>
        </p:grpSpPr>
        <p:pic>
          <p:nvPicPr>
            <p:cNvPr id="161" name="Google Shape;16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1503325" y="4705025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>
              <a:off x="-1560425" y="-21516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body" idx="1"/>
          </p:nvPr>
        </p:nvSpPr>
        <p:spPr>
          <a:xfrm>
            <a:off x="960000" y="1519391"/>
            <a:ext cx="10272000" cy="30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5147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18"/>
          <p:cNvGrpSpPr/>
          <p:nvPr/>
        </p:nvGrpSpPr>
        <p:grpSpPr>
          <a:xfrm>
            <a:off x="-3231900" y="-1370599"/>
            <a:ext cx="18951667" cy="10791017"/>
            <a:chOff x="-2423925" y="-1027950"/>
            <a:chExt cx="14213750" cy="8093263"/>
          </a:xfrm>
        </p:grpSpPr>
        <p:pic>
          <p:nvPicPr>
            <p:cNvPr id="167" name="Google Shape;16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423925" y="3699488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8424000" y="-10279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18"/>
          <p:cNvGrpSpPr/>
          <p:nvPr/>
        </p:nvGrpSpPr>
        <p:grpSpPr>
          <a:xfrm>
            <a:off x="-3179334" y="719333"/>
            <a:ext cx="18501867" cy="5856667"/>
            <a:chOff x="-2384500" y="539500"/>
            <a:chExt cx="13876400" cy="4392500"/>
          </a:xfrm>
        </p:grpSpPr>
        <p:pic>
          <p:nvPicPr>
            <p:cNvPr id="170" name="Google Shape;170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2384500" y="2039675"/>
              <a:ext cx="2892325" cy="2892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805200" y="53950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8"/>
          <p:cNvGrpSpPr/>
          <p:nvPr/>
        </p:nvGrpSpPr>
        <p:grpSpPr>
          <a:xfrm>
            <a:off x="-2607482" y="-828233"/>
            <a:ext cx="14408817" cy="10376633"/>
            <a:chOff x="-1955612" y="-621175"/>
            <a:chExt cx="10806613" cy="7782475"/>
          </a:xfrm>
        </p:grpSpPr>
        <p:pic>
          <p:nvPicPr>
            <p:cNvPr id="173" name="Google Shape;173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421800" y="4732100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-1955612" y="-621175"/>
              <a:ext cx="2429200" cy="242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ubTitle" idx="1"/>
          </p:nvPr>
        </p:nvSpPr>
        <p:spPr>
          <a:xfrm>
            <a:off x="1104932" y="3919767"/>
            <a:ext cx="31240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2"/>
          </p:nvPr>
        </p:nvSpPr>
        <p:spPr>
          <a:xfrm>
            <a:off x="4533984" y="3919767"/>
            <a:ext cx="31240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3"/>
          </p:nvPr>
        </p:nvSpPr>
        <p:spPr>
          <a:xfrm>
            <a:off x="7963067" y="3919767"/>
            <a:ext cx="3124000" cy="22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4"/>
          </p:nvPr>
        </p:nvSpPr>
        <p:spPr>
          <a:xfrm>
            <a:off x="1104932" y="2930433"/>
            <a:ext cx="31240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5"/>
          </p:nvPr>
        </p:nvSpPr>
        <p:spPr>
          <a:xfrm>
            <a:off x="4533988" y="2930433"/>
            <a:ext cx="31240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6"/>
          </p:nvPr>
        </p:nvSpPr>
        <p:spPr>
          <a:xfrm>
            <a:off x="7963067" y="2930433"/>
            <a:ext cx="3124000" cy="10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992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0134067" y="5506967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19"/>
          <p:cNvGrpSpPr/>
          <p:nvPr/>
        </p:nvGrpSpPr>
        <p:grpSpPr>
          <a:xfrm>
            <a:off x="-2842899" y="-2786082"/>
            <a:ext cx="7251833" cy="13266951"/>
            <a:chOff x="-2132175" y="-2089562"/>
            <a:chExt cx="5438875" cy="9950213"/>
          </a:xfrm>
        </p:grpSpPr>
        <p:pic>
          <p:nvPicPr>
            <p:cNvPr id="185" name="Google Shape;18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0" y="4553950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" name="Google Shape;18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2132175" y="-2089562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7" name="Google Shape;187;p19"/>
          <p:cNvGrpSpPr/>
          <p:nvPr/>
        </p:nvGrpSpPr>
        <p:grpSpPr>
          <a:xfrm>
            <a:off x="-3473516" y="386733"/>
            <a:ext cx="19016984" cy="5326651"/>
            <a:chOff x="-2605137" y="290050"/>
            <a:chExt cx="14262738" cy="3994988"/>
          </a:xfrm>
        </p:grpSpPr>
        <p:pic>
          <p:nvPicPr>
            <p:cNvPr id="188" name="Google Shape;188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763125" y="2900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2605137" y="1390563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904334" y="5454467"/>
            <a:ext cx="3582267" cy="358226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938168" y="2331867"/>
            <a:ext cx="40688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7070639" y="2331867"/>
            <a:ext cx="40688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938167" y="4545967"/>
            <a:ext cx="40688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7070639" y="4545967"/>
            <a:ext cx="4068800" cy="1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938167" y="1940733"/>
            <a:ext cx="4068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938167" y="4154933"/>
            <a:ext cx="4068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7"/>
          </p:nvPr>
        </p:nvSpPr>
        <p:spPr>
          <a:xfrm>
            <a:off x="7070600" y="1940733"/>
            <a:ext cx="4068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subTitle" idx="8"/>
          </p:nvPr>
        </p:nvSpPr>
        <p:spPr>
          <a:xfrm>
            <a:off x="7070600" y="4154933"/>
            <a:ext cx="40688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88669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0"/>
          <p:cNvGrpSpPr/>
          <p:nvPr/>
        </p:nvGrpSpPr>
        <p:grpSpPr>
          <a:xfrm>
            <a:off x="-3426950" y="-1066733"/>
            <a:ext cx="6090667" cy="11229617"/>
            <a:chOff x="-2570212" y="-800050"/>
            <a:chExt cx="4568000" cy="8422213"/>
          </a:xfrm>
        </p:grpSpPr>
        <p:pic>
          <p:nvPicPr>
            <p:cNvPr id="202" name="Google Shape;202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896687" y="4727688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2570212" y="-8000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4" name="Google Shape;204;p20"/>
          <p:cNvGrpSpPr/>
          <p:nvPr/>
        </p:nvGrpSpPr>
        <p:grpSpPr>
          <a:xfrm>
            <a:off x="-3620599" y="1864967"/>
            <a:ext cx="19511167" cy="6436600"/>
            <a:chOff x="-2715450" y="1398725"/>
            <a:chExt cx="14633375" cy="4827450"/>
          </a:xfrm>
        </p:grpSpPr>
        <p:pic>
          <p:nvPicPr>
            <p:cNvPr id="205" name="Google Shape;20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-2715450" y="1398725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 flipH="1">
              <a:off x="8552100" y="2860350"/>
              <a:ext cx="3365825" cy="33658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" name="Google Shape;2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11331034" y="-1452333"/>
            <a:ext cx="3856433" cy="3856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0"/>
          <p:cNvGrpSpPr/>
          <p:nvPr/>
        </p:nvGrpSpPr>
        <p:grpSpPr>
          <a:xfrm>
            <a:off x="9033900" y="2629368"/>
            <a:ext cx="6301800" cy="7305633"/>
            <a:chOff x="6775425" y="1972025"/>
            <a:chExt cx="4726350" cy="5479225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8815075" y="1972025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6775425" y="4764550"/>
              <a:ext cx="2686700" cy="268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1"/>
          </p:nvPr>
        </p:nvSpPr>
        <p:spPr>
          <a:xfrm>
            <a:off x="960000" y="2585023"/>
            <a:ext cx="326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2"/>
          </p:nvPr>
        </p:nvSpPr>
        <p:spPr>
          <a:xfrm>
            <a:off x="4455900" y="2585000"/>
            <a:ext cx="32740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3"/>
          </p:nvPr>
        </p:nvSpPr>
        <p:spPr>
          <a:xfrm>
            <a:off x="960000" y="4868268"/>
            <a:ext cx="32616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4"/>
          </p:nvPr>
        </p:nvSpPr>
        <p:spPr>
          <a:xfrm>
            <a:off x="4455900" y="4868267"/>
            <a:ext cx="32740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subTitle" idx="5"/>
          </p:nvPr>
        </p:nvSpPr>
        <p:spPr>
          <a:xfrm>
            <a:off x="7967067" y="2585000"/>
            <a:ext cx="32680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6"/>
          </p:nvPr>
        </p:nvSpPr>
        <p:spPr>
          <a:xfrm>
            <a:off x="7967067" y="4868267"/>
            <a:ext cx="3268000" cy="11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ubTitle" idx="7"/>
          </p:nvPr>
        </p:nvSpPr>
        <p:spPr>
          <a:xfrm>
            <a:off x="966427" y="1864967"/>
            <a:ext cx="32616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8"/>
          </p:nvPr>
        </p:nvSpPr>
        <p:spPr>
          <a:xfrm>
            <a:off x="4462103" y="1864967"/>
            <a:ext cx="32740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subTitle" idx="9"/>
          </p:nvPr>
        </p:nvSpPr>
        <p:spPr>
          <a:xfrm>
            <a:off x="7973009" y="1864967"/>
            <a:ext cx="32680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13"/>
          </p:nvPr>
        </p:nvSpPr>
        <p:spPr>
          <a:xfrm>
            <a:off x="966427" y="4143864"/>
            <a:ext cx="32616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ubTitle" idx="14"/>
          </p:nvPr>
        </p:nvSpPr>
        <p:spPr>
          <a:xfrm>
            <a:off x="4462103" y="4143867"/>
            <a:ext cx="32740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ubTitle" idx="15"/>
          </p:nvPr>
        </p:nvSpPr>
        <p:spPr>
          <a:xfrm>
            <a:off x="7973009" y="4143867"/>
            <a:ext cx="3268000" cy="9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574646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21"/>
          <p:cNvGrpSpPr/>
          <p:nvPr/>
        </p:nvGrpSpPr>
        <p:grpSpPr>
          <a:xfrm>
            <a:off x="795068" y="-3370199"/>
            <a:ext cx="10253433" cy="13425033"/>
            <a:chOff x="596300" y="-2527650"/>
            <a:chExt cx="7690075" cy="10068775"/>
          </a:xfrm>
        </p:grpSpPr>
        <p:pic>
          <p:nvPicPr>
            <p:cNvPr id="226" name="Google Shape;22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5391900" y="-25276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596300" y="4646650"/>
              <a:ext cx="2894475" cy="28944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7863300" y="6138667"/>
            <a:ext cx="4733133" cy="47331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1"/>
          <p:cNvGrpSpPr/>
          <p:nvPr/>
        </p:nvGrpSpPr>
        <p:grpSpPr>
          <a:xfrm>
            <a:off x="-3457967" y="-3815567"/>
            <a:ext cx="10163184" cy="11425733"/>
            <a:chOff x="-2593475" y="-2861675"/>
            <a:chExt cx="7622388" cy="8569300"/>
          </a:xfrm>
        </p:grpSpPr>
        <p:pic>
          <p:nvPicPr>
            <p:cNvPr id="230" name="Google Shape;23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 flipH="1">
              <a:off x="-2593475" y="240092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22213" y="-2861675"/>
              <a:ext cx="3306700" cy="3306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3230600" y="2154567"/>
            <a:ext cx="3582267" cy="358226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>
            <a:spLocks noGrp="1"/>
          </p:cNvSpPr>
          <p:nvPr>
            <p:ph type="title"/>
          </p:nvPr>
        </p:nvSpPr>
        <p:spPr>
          <a:xfrm>
            <a:off x="3130584" y="8119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subTitle" idx="1"/>
          </p:nvPr>
        </p:nvSpPr>
        <p:spPr>
          <a:xfrm>
            <a:off x="3130533" y="22235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2798800" y="50191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CREDITS:</a:t>
            </a:r>
            <a:r>
              <a:rPr lang="en" sz="1333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 This presentation template was created by </a:t>
            </a:r>
            <a:r>
              <a:rPr lang="en" sz="1333" b="1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, and includes icons by </a:t>
            </a:r>
            <a:r>
              <a:rPr lang="en" sz="1333" b="1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, and infographics &amp; images by </a:t>
            </a:r>
            <a:r>
              <a:rPr lang="en" sz="1333" b="1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rPr>
              <a:t> </a:t>
            </a:r>
            <a:endParaRPr sz="1333" b="1" u="sng">
              <a:solidFill>
                <a:schemeClr val="dk1"/>
              </a:solidFill>
              <a:latin typeface="Blinker"/>
              <a:ea typeface="Blinker"/>
              <a:cs typeface="Blinker"/>
              <a:sym typeface="Blinker"/>
            </a:endParaRPr>
          </a:p>
        </p:txBody>
      </p:sp>
    </p:spTree>
    <p:extLst>
      <p:ext uri="{BB962C8B-B14F-4D97-AF65-F5344CB8AC3E}">
        <p14:creationId xmlns:p14="http://schemas.microsoft.com/office/powerpoint/2010/main" val="13394775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4771459" y="-203008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10146892" y="5328008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6870559" y="-4689208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893518" y="5967268"/>
            <a:ext cx="3856433" cy="385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627542" y="-4065108"/>
            <a:ext cx="4519367" cy="45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-475749" y="6138667"/>
            <a:ext cx="3787233" cy="3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2831982" y="-477633"/>
            <a:ext cx="3856433" cy="385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1241018" y="990752"/>
            <a:ext cx="3787233" cy="3787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6616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43800" y="4750600"/>
            <a:ext cx="4733133" cy="4733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11045100" y="2178900"/>
            <a:ext cx="4733133" cy="4733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925049" y="-693482"/>
            <a:ext cx="3787233" cy="37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7286925" y="5955925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419342" y="6371826"/>
            <a:ext cx="4519367" cy="45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10579342" y="-2972241"/>
            <a:ext cx="4519367" cy="4519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 flipH="1">
            <a:off x="-8" y="-4811675"/>
            <a:ext cx="5531000" cy="5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6752" y="-3130517"/>
            <a:ext cx="3787233" cy="37872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3155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931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>
            <a:spLocks noGrp="1"/>
          </p:cNvSpPr>
          <p:nvPr>
            <p:ph type="title"/>
          </p:nvPr>
        </p:nvSpPr>
        <p:spPr>
          <a:xfrm>
            <a:off x="955700" y="681200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4603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64500" y="2055297"/>
            <a:ext cx="8862800" cy="2261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64700" y="4387611"/>
            <a:ext cx="8862800" cy="5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67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3601" y="5007533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476951" y="1207700"/>
            <a:ext cx="476605" cy="1275072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7011077" y="963829"/>
            <a:ext cx="1057675" cy="243865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879818" y="-1347238"/>
            <a:ext cx="2692235" cy="2692235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10395047" y="3677500"/>
            <a:ext cx="1100603" cy="2231584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2919" y="-10698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25240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956400" y="3497835"/>
            <a:ext cx="8279200" cy="11224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3664400" y="1287335"/>
            <a:ext cx="4863200" cy="213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2909200" y="5056148"/>
            <a:ext cx="6373600" cy="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1636845" y="5261700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 flipH="1">
            <a:off x="11310908" y="5354760"/>
            <a:ext cx="377776" cy="379624"/>
            <a:chOff x="423709" y="3302025"/>
            <a:chExt cx="216416" cy="217475"/>
          </a:xfrm>
        </p:grpSpPr>
        <p:sp>
          <p:nvSpPr>
            <p:cNvPr id="101" name="Google Shape;101;p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03" name="Google Shape;103;p3"/>
          <p:cNvGrpSpPr/>
          <p:nvPr/>
        </p:nvGrpSpPr>
        <p:grpSpPr>
          <a:xfrm flipH="1">
            <a:off x="10900684" y="187329"/>
            <a:ext cx="2692235" cy="2692235"/>
            <a:chOff x="1943325" y="-220375"/>
            <a:chExt cx="1298672" cy="1298672"/>
          </a:xfrm>
        </p:grpSpPr>
        <p:sp>
          <p:nvSpPr>
            <p:cNvPr id="104" name="Google Shape;104;p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537999" y="-861433"/>
            <a:ext cx="3370016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3"/>
          <p:cNvGrpSpPr/>
          <p:nvPr/>
        </p:nvGrpSpPr>
        <p:grpSpPr>
          <a:xfrm flipH="1">
            <a:off x="-623601" y="4572294"/>
            <a:ext cx="2620385" cy="689413"/>
            <a:chOff x="3539975" y="3523525"/>
            <a:chExt cx="745925" cy="196250"/>
          </a:xfrm>
        </p:grpSpPr>
        <p:sp>
          <p:nvSpPr>
            <p:cNvPr id="154" name="Google Shape;154;p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5607288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4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>
            <a:spLocks noGrp="1"/>
          </p:cNvSpPr>
          <p:nvPr>
            <p:ph type="body" idx="1"/>
          </p:nvPr>
        </p:nvSpPr>
        <p:spPr>
          <a:xfrm>
            <a:off x="954067" y="1536633"/>
            <a:ext cx="10284000" cy="11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3" name="Google Shape;173;p4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74" name="Google Shape;174;p4"/>
          <p:cNvGrpSpPr/>
          <p:nvPr/>
        </p:nvGrpSpPr>
        <p:grpSpPr>
          <a:xfrm>
            <a:off x="522485" y="5438227"/>
            <a:ext cx="385560" cy="379624"/>
            <a:chOff x="426000" y="3302025"/>
            <a:chExt cx="220875" cy="217475"/>
          </a:xfrm>
        </p:grpSpPr>
        <p:sp>
          <p:nvSpPr>
            <p:cNvPr id="175" name="Google Shape;175;p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7" name="Google Shape;177;p4"/>
          <p:cNvGrpSpPr/>
          <p:nvPr/>
        </p:nvGrpSpPr>
        <p:grpSpPr>
          <a:xfrm>
            <a:off x="476951" y="1918900"/>
            <a:ext cx="476605" cy="1275072"/>
            <a:chOff x="357713" y="600975"/>
            <a:chExt cx="357454" cy="956304"/>
          </a:xfrm>
        </p:grpSpPr>
        <p:sp>
          <p:nvSpPr>
            <p:cNvPr id="178" name="Google Shape;178;p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0720751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5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"/>
          <p:cNvSpPr txBox="1">
            <a:spLocks noGrp="1"/>
          </p:cNvSpPr>
          <p:nvPr>
            <p:ph type="subTitle" idx="1"/>
          </p:nvPr>
        </p:nvSpPr>
        <p:spPr>
          <a:xfrm>
            <a:off x="6642360" y="3268739"/>
            <a:ext cx="304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5" name="Google Shape;185;p5"/>
          <p:cNvSpPr txBox="1">
            <a:spLocks noGrp="1"/>
          </p:cNvSpPr>
          <p:nvPr>
            <p:ph type="subTitle" idx="2"/>
          </p:nvPr>
        </p:nvSpPr>
        <p:spPr>
          <a:xfrm>
            <a:off x="6642361" y="3952165"/>
            <a:ext cx="30424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6" name="Google Shape;186;p5"/>
          <p:cNvSpPr txBox="1">
            <a:spLocks noGrp="1"/>
          </p:cNvSpPr>
          <p:nvPr>
            <p:ph type="subTitle" idx="3"/>
          </p:nvPr>
        </p:nvSpPr>
        <p:spPr>
          <a:xfrm>
            <a:off x="2507240" y="3268739"/>
            <a:ext cx="304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7" name="Google Shape;187;p5"/>
          <p:cNvSpPr txBox="1">
            <a:spLocks noGrp="1"/>
          </p:cNvSpPr>
          <p:nvPr>
            <p:ph type="subTitle" idx="4"/>
          </p:nvPr>
        </p:nvSpPr>
        <p:spPr>
          <a:xfrm>
            <a:off x="2507233" y="3952165"/>
            <a:ext cx="30424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8" name="Google Shape;188;p5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89" name="Google Shape;18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3179668" y="4980400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" name="Google Shape;190;p5"/>
          <p:cNvGrpSpPr/>
          <p:nvPr/>
        </p:nvGrpSpPr>
        <p:grpSpPr>
          <a:xfrm rot="10800000" flipH="1">
            <a:off x="534269" y="1918900"/>
            <a:ext cx="377776" cy="379624"/>
            <a:chOff x="432750" y="3302025"/>
            <a:chExt cx="216416" cy="217475"/>
          </a:xfrm>
        </p:grpSpPr>
        <p:sp>
          <p:nvSpPr>
            <p:cNvPr id="191" name="Google Shape;191;p5"/>
            <p:cNvSpPr/>
            <p:nvPr/>
          </p:nvSpPr>
          <p:spPr>
            <a:xfrm>
              <a:off x="435041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93" name="Google Shape;193;p5"/>
          <p:cNvGrpSpPr/>
          <p:nvPr/>
        </p:nvGrpSpPr>
        <p:grpSpPr>
          <a:xfrm rot="10800000" flipH="1">
            <a:off x="476951" y="3831580"/>
            <a:ext cx="476605" cy="1275072"/>
            <a:chOff x="357713" y="600975"/>
            <a:chExt cx="357454" cy="956304"/>
          </a:xfrm>
        </p:grpSpPr>
        <p:sp>
          <p:nvSpPr>
            <p:cNvPr id="194" name="Google Shape;194;p5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10685085" y="-1065604"/>
            <a:ext cx="2692235" cy="2692235"/>
            <a:chOff x="1943325" y="-220375"/>
            <a:chExt cx="1298672" cy="1298672"/>
          </a:xfrm>
        </p:grpSpPr>
        <p:sp>
          <p:nvSpPr>
            <p:cNvPr id="199" name="Google Shape;199;p5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7" name="Google Shape;247;p5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48" name="Google Shape;248;p5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621472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6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6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67" name="Google Shape;267;p6"/>
          <p:cNvGrpSpPr/>
          <p:nvPr/>
        </p:nvGrpSpPr>
        <p:grpSpPr>
          <a:xfrm flipH="1">
            <a:off x="-132564" y="5585533"/>
            <a:ext cx="1386541" cy="906400"/>
            <a:chOff x="4082325" y="3790650"/>
            <a:chExt cx="1039906" cy="679800"/>
          </a:xfrm>
        </p:grpSpPr>
        <p:sp>
          <p:nvSpPr>
            <p:cNvPr id="268" name="Google Shape;268;p6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71" name="Google Shape;271;p6"/>
          <p:cNvGrpSpPr/>
          <p:nvPr/>
        </p:nvGrpSpPr>
        <p:grpSpPr>
          <a:xfrm rot="5400000">
            <a:off x="11206795" y="3307062"/>
            <a:ext cx="1057675" cy="243865"/>
            <a:chOff x="2685575" y="2835950"/>
            <a:chExt cx="433000" cy="99825"/>
          </a:xfrm>
        </p:grpSpPr>
        <p:sp>
          <p:nvSpPr>
            <p:cNvPr id="272" name="Google Shape;272;p6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76" name="Google Shape;276;p6"/>
          <p:cNvGrpSpPr/>
          <p:nvPr/>
        </p:nvGrpSpPr>
        <p:grpSpPr>
          <a:xfrm flipH="1">
            <a:off x="10926101" y="5687127"/>
            <a:ext cx="2620385" cy="689413"/>
            <a:chOff x="3539975" y="3523525"/>
            <a:chExt cx="745925" cy="196250"/>
          </a:xfrm>
        </p:grpSpPr>
        <p:sp>
          <p:nvSpPr>
            <p:cNvPr id="277" name="Google Shape;277;p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9633291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 txBox="1">
            <a:spLocks noGrp="1"/>
          </p:cNvSpPr>
          <p:nvPr>
            <p:ph type="body" idx="1"/>
          </p:nvPr>
        </p:nvSpPr>
        <p:spPr>
          <a:xfrm>
            <a:off x="1628000" y="2016035"/>
            <a:ext cx="89360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6" name="Google Shape;296;p7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97" name="Google Shape;297;p7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>
            <a:off x="-405201" y="51066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7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299" name="Google Shape;299;p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476951" y="1614100"/>
            <a:ext cx="476605" cy="1275072"/>
            <a:chOff x="357713" y="600975"/>
            <a:chExt cx="357454" cy="956304"/>
          </a:xfrm>
        </p:grpSpPr>
        <p:sp>
          <p:nvSpPr>
            <p:cNvPr id="302" name="Google Shape;302;p7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10946618" y="1394329"/>
            <a:ext cx="2692235" cy="2692235"/>
            <a:chOff x="1943325" y="-220375"/>
            <a:chExt cx="1298672" cy="1298672"/>
          </a:xfrm>
        </p:grpSpPr>
        <p:sp>
          <p:nvSpPr>
            <p:cNvPr id="307" name="Google Shape;307;p7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-1375013" y="3463394"/>
            <a:ext cx="2620385" cy="689413"/>
            <a:chOff x="3539975" y="3523525"/>
            <a:chExt cx="745925" cy="196250"/>
          </a:xfrm>
        </p:grpSpPr>
        <p:sp>
          <p:nvSpPr>
            <p:cNvPr id="356" name="Google Shape;356;p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72" name="Google Shape;372;p7"/>
          <p:cNvSpPr/>
          <p:nvPr/>
        </p:nvSpPr>
        <p:spPr>
          <a:xfrm>
            <a:off x="3929534" y="5677913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0888500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8"/>
          <p:cNvSpPr txBox="1">
            <a:spLocks noGrp="1"/>
          </p:cNvSpPr>
          <p:nvPr>
            <p:ph type="title"/>
          </p:nvPr>
        </p:nvSpPr>
        <p:spPr>
          <a:xfrm>
            <a:off x="2650400" y="1637169"/>
            <a:ext cx="6891200" cy="34872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2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76" name="Google Shape;376;p8"/>
          <p:cNvGrpSpPr/>
          <p:nvPr/>
        </p:nvGrpSpPr>
        <p:grpSpPr>
          <a:xfrm rot="-5400000">
            <a:off x="3759236" y="5712217"/>
            <a:ext cx="385560" cy="379624"/>
            <a:chOff x="426000" y="3302025"/>
            <a:chExt cx="220875" cy="217475"/>
          </a:xfrm>
        </p:grpSpPr>
        <p:sp>
          <p:nvSpPr>
            <p:cNvPr id="377" name="Google Shape;377;p8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79" name="Google Shape;379;p8"/>
          <p:cNvGrpSpPr/>
          <p:nvPr/>
        </p:nvGrpSpPr>
        <p:grpSpPr>
          <a:xfrm rot="-5400000">
            <a:off x="1353311" y="5264507"/>
            <a:ext cx="476605" cy="1275072"/>
            <a:chOff x="357713" y="600975"/>
            <a:chExt cx="357454" cy="956304"/>
          </a:xfrm>
        </p:grpSpPr>
        <p:sp>
          <p:nvSpPr>
            <p:cNvPr id="380" name="Google Shape;380;p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84" name="Google Shape;384;p8"/>
          <p:cNvSpPr/>
          <p:nvPr/>
        </p:nvSpPr>
        <p:spPr>
          <a:xfrm>
            <a:off x="7236312" y="5464891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1494279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>
            <a:spLocks noGrp="1"/>
          </p:cNvSpPr>
          <p:nvPr>
            <p:ph type="title"/>
          </p:nvPr>
        </p:nvSpPr>
        <p:spPr>
          <a:xfrm>
            <a:off x="1071131" y="2352555"/>
            <a:ext cx="6181200" cy="842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9"/>
          <p:cNvSpPr txBox="1">
            <a:spLocks noGrp="1"/>
          </p:cNvSpPr>
          <p:nvPr>
            <p:ph type="subTitle" idx="1"/>
          </p:nvPr>
        </p:nvSpPr>
        <p:spPr>
          <a:xfrm>
            <a:off x="1071133" y="3311745"/>
            <a:ext cx="6181200" cy="17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267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522485" y="5743027"/>
            <a:ext cx="385560" cy="379624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6299877" y="799432"/>
            <a:ext cx="1057675" cy="243865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4121435" y="5708729"/>
            <a:ext cx="2692235" cy="2692235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11351170" y="5708727"/>
            <a:ext cx="2620385" cy="689413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2354352" y="711497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48209159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 txBox="1">
            <a:spLocks noGrp="1"/>
          </p:cNvSpPr>
          <p:nvPr>
            <p:ph type="body" idx="1"/>
          </p:nvPr>
        </p:nvSpPr>
        <p:spPr>
          <a:xfrm>
            <a:off x="1462067" y="1514600"/>
            <a:ext cx="5955600" cy="20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867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66" name="Google Shape;466;p10"/>
          <p:cNvGrpSpPr/>
          <p:nvPr/>
        </p:nvGrpSpPr>
        <p:grpSpPr>
          <a:xfrm>
            <a:off x="522485" y="5743027"/>
            <a:ext cx="385560" cy="379624"/>
            <a:chOff x="426000" y="3302025"/>
            <a:chExt cx="220875" cy="217475"/>
          </a:xfrm>
        </p:grpSpPr>
        <p:sp>
          <p:nvSpPr>
            <p:cNvPr id="467" name="Google Shape;467;p10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476951" y="1888067"/>
            <a:ext cx="476605" cy="1275072"/>
            <a:chOff x="357713" y="600975"/>
            <a:chExt cx="357454" cy="956304"/>
          </a:xfrm>
        </p:grpSpPr>
        <p:sp>
          <p:nvSpPr>
            <p:cNvPr id="470" name="Google Shape;470;p1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3" name="Google Shape;473;p1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474" name="Google Shape;474;p10"/>
          <p:cNvGrpSpPr/>
          <p:nvPr/>
        </p:nvGrpSpPr>
        <p:grpSpPr>
          <a:xfrm>
            <a:off x="1879818" y="-1347238"/>
            <a:ext cx="2692235" cy="2692235"/>
            <a:chOff x="1943325" y="-220375"/>
            <a:chExt cx="1298672" cy="1298672"/>
          </a:xfrm>
        </p:grpSpPr>
        <p:sp>
          <p:nvSpPr>
            <p:cNvPr id="475" name="Google Shape;475;p1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6" name="Google Shape;476;p1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7" name="Google Shape;477;p1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8" name="Google Shape;478;p1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9" name="Google Shape;479;p1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0" name="Google Shape;480;p1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1" name="Google Shape;481;p1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2" name="Google Shape;482;p1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4" name="Google Shape;484;p1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5" name="Google Shape;485;p1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6" name="Google Shape;486;p1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7" name="Google Shape;487;p1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8" name="Google Shape;488;p1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9" name="Google Shape;489;p1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0" name="Google Shape;490;p1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2" name="Google Shape;492;p1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523" name="Google Shape;52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2700000">
            <a:off x="10218687" y="1879733"/>
            <a:ext cx="3370015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753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1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1"/>
          <p:cNvSpPr txBox="1">
            <a:spLocks noGrp="1"/>
          </p:cNvSpPr>
          <p:nvPr>
            <p:ph type="title" hasCustomPrompt="1"/>
          </p:nvPr>
        </p:nvSpPr>
        <p:spPr>
          <a:xfrm>
            <a:off x="1586000" y="2097451"/>
            <a:ext cx="9020000" cy="1588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7" name="Google Shape;527;p11"/>
          <p:cNvSpPr txBox="1">
            <a:spLocks noGrp="1"/>
          </p:cNvSpPr>
          <p:nvPr>
            <p:ph type="subTitle" idx="1"/>
          </p:nvPr>
        </p:nvSpPr>
        <p:spPr>
          <a:xfrm>
            <a:off x="1586000" y="4011513"/>
            <a:ext cx="9020000" cy="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28" name="Google Shape;52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1864945" y="5034233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9" name="Google Shape;529;p11"/>
          <p:cNvGrpSpPr/>
          <p:nvPr/>
        </p:nvGrpSpPr>
        <p:grpSpPr>
          <a:xfrm flipH="1">
            <a:off x="11256645" y="4773793"/>
            <a:ext cx="378857" cy="379624"/>
            <a:chOff x="432750" y="3302025"/>
            <a:chExt cx="217035" cy="217475"/>
          </a:xfrm>
        </p:grpSpPr>
        <p:sp>
          <p:nvSpPr>
            <p:cNvPr id="530" name="Google Shape;530;p11"/>
            <p:cNvSpPr/>
            <p:nvPr/>
          </p:nvSpPr>
          <p:spPr>
            <a:xfrm>
              <a:off x="43566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32" name="Google Shape;532;p11"/>
          <p:cNvGrpSpPr/>
          <p:nvPr/>
        </p:nvGrpSpPr>
        <p:grpSpPr>
          <a:xfrm flipH="1">
            <a:off x="11216215" y="1254467"/>
            <a:ext cx="476605" cy="1275072"/>
            <a:chOff x="357713" y="600975"/>
            <a:chExt cx="357454" cy="956304"/>
          </a:xfrm>
        </p:grpSpPr>
        <p:sp>
          <p:nvSpPr>
            <p:cNvPr id="533" name="Google Shape;533;p1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37" name="Google Shape;537;p11"/>
          <p:cNvGrpSpPr/>
          <p:nvPr/>
        </p:nvGrpSpPr>
        <p:grpSpPr>
          <a:xfrm flipH="1">
            <a:off x="-1606034" y="4619060"/>
            <a:ext cx="2620385" cy="689413"/>
            <a:chOff x="3539975" y="3523525"/>
            <a:chExt cx="745925" cy="196250"/>
          </a:xfrm>
        </p:grpSpPr>
        <p:sp>
          <p:nvSpPr>
            <p:cNvPr id="538" name="Google Shape;538;p1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3769335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220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>
            <a:spLocks noGrp="1"/>
          </p:cNvSpPr>
          <p:nvPr>
            <p:ph type="title" hasCustomPrompt="1"/>
          </p:nvPr>
        </p:nvSpPr>
        <p:spPr>
          <a:xfrm>
            <a:off x="1090567" y="2046771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2186233" y="1977933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2"/>
          </p:nvPr>
        </p:nvSpPr>
        <p:spPr>
          <a:xfrm>
            <a:off x="2186233" y="2450720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 idx="3" hasCustomPrompt="1"/>
          </p:nvPr>
        </p:nvSpPr>
        <p:spPr>
          <a:xfrm>
            <a:off x="1090567" y="3396399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4"/>
          </p:nvPr>
        </p:nvSpPr>
        <p:spPr>
          <a:xfrm>
            <a:off x="2186233" y="3329900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5"/>
          </p:nvPr>
        </p:nvSpPr>
        <p:spPr>
          <a:xfrm>
            <a:off x="2186233" y="3802687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6" hasCustomPrompt="1"/>
          </p:nvPr>
        </p:nvSpPr>
        <p:spPr>
          <a:xfrm>
            <a:off x="1090567" y="4746025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7"/>
          </p:nvPr>
        </p:nvSpPr>
        <p:spPr>
          <a:xfrm>
            <a:off x="2186233" y="4681867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8"/>
          </p:nvPr>
        </p:nvSpPr>
        <p:spPr>
          <a:xfrm>
            <a:off x="2186233" y="5154653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9" hasCustomPrompt="1"/>
          </p:nvPr>
        </p:nvSpPr>
        <p:spPr>
          <a:xfrm>
            <a:off x="6276951" y="2046771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13"/>
          </p:nvPr>
        </p:nvSpPr>
        <p:spPr>
          <a:xfrm>
            <a:off x="7372551" y="1977933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14"/>
          </p:nvPr>
        </p:nvSpPr>
        <p:spPr>
          <a:xfrm>
            <a:off x="7372551" y="2450720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15" hasCustomPrompt="1"/>
          </p:nvPr>
        </p:nvSpPr>
        <p:spPr>
          <a:xfrm>
            <a:off x="6276951" y="3396399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16"/>
          </p:nvPr>
        </p:nvSpPr>
        <p:spPr>
          <a:xfrm>
            <a:off x="7372551" y="3329900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7"/>
          </p:nvPr>
        </p:nvSpPr>
        <p:spPr>
          <a:xfrm>
            <a:off x="7372551" y="3802687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8" hasCustomPrompt="1"/>
          </p:nvPr>
        </p:nvSpPr>
        <p:spPr>
          <a:xfrm>
            <a:off x="6276951" y="4746025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9"/>
          </p:nvPr>
        </p:nvSpPr>
        <p:spPr>
          <a:xfrm>
            <a:off x="7372551" y="4681867"/>
            <a:ext cx="38496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20"/>
          </p:nvPr>
        </p:nvSpPr>
        <p:spPr>
          <a:xfrm>
            <a:off x="7372551" y="5154653"/>
            <a:ext cx="3132400" cy="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 idx="21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10995976" y="4699600"/>
            <a:ext cx="1386541" cy="9064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1128563" y="5856860"/>
            <a:ext cx="2620385" cy="689413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4792766" y="-265771"/>
            <a:ext cx="5333884" cy="4234508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0145083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14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14"/>
          <p:cNvSpPr txBox="1">
            <a:spLocks noGrp="1"/>
          </p:cNvSpPr>
          <p:nvPr>
            <p:ph type="title" hasCustomPrompt="1"/>
          </p:nvPr>
        </p:nvSpPr>
        <p:spPr>
          <a:xfrm>
            <a:off x="2889575" y="1593325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04" name="Google Shape;604;p14"/>
          <p:cNvSpPr txBox="1">
            <a:spLocks noGrp="1"/>
          </p:cNvSpPr>
          <p:nvPr>
            <p:ph type="subTitle" idx="1"/>
          </p:nvPr>
        </p:nvSpPr>
        <p:spPr>
          <a:xfrm>
            <a:off x="3985207" y="1659367"/>
            <a:ext cx="5317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5" name="Google Shape;605;p14"/>
          <p:cNvSpPr txBox="1">
            <a:spLocks noGrp="1"/>
          </p:cNvSpPr>
          <p:nvPr>
            <p:ph type="subTitle" idx="2"/>
          </p:nvPr>
        </p:nvSpPr>
        <p:spPr>
          <a:xfrm>
            <a:off x="3985184" y="2132179"/>
            <a:ext cx="5317200" cy="3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6" name="Google Shape;606;p14"/>
          <p:cNvSpPr txBox="1">
            <a:spLocks noGrp="1"/>
          </p:cNvSpPr>
          <p:nvPr>
            <p:ph type="title" idx="3" hasCustomPrompt="1"/>
          </p:nvPr>
        </p:nvSpPr>
        <p:spPr>
          <a:xfrm>
            <a:off x="2889575" y="2786412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07" name="Google Shape;607;p14"/>
          <p:cNvSpPr txBox="1">
            <a:spLocks noGrp="1"/>
          </p:cNvSpPr>
          <p:nvPr>
            <p:ph type="subTitle" idx="4"/>
          </p:nvPr>
        </p:nvSpPr>
        <p:spPr>
          <a:xfrm>
            <a:off x="3985207" y="2852456"/>
            <a:ext cx="5317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8" name="Google Shape;608;p14"/>
          <p:cNvSpPr txBox="1">
            <a:spLocks noGrp="1"/>
          </p:cNvSpPr>
          <p:nvPr>
            <p:ph type="subTitle" idx="5"/>
          </p:nvPr>
        </p:nvSpPr>
        <p:spPr>
          <a:xfrm>
            <a:off x="3985184" y="3325265"/>
            <a:ext cx="5317200" cy="3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9" name="Google Shape;609;p14"/>
          <p:cNvSpPr txBox="1">
            <a:spLocks noGrp="1"/>
          </p:cNvSpPr>
          <p:nvPr>
            <p:ph type="title" idx="6" hasCustomPrompt="1"/>
          </p:nvPr>
        </p:nvSpPr>
        <p:spPr>
          <a:xfrm>
            <a:off x="2889575" y="3979497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10" name="Google Shape;610;p14"/>
          <p:cNvSpPr txBox="1">
            <a:spLocks noGrp="1"/>
          </p:cNvSpPr>
          <p:nvPr>
            <p:ph type="subTitle" idx="7"/>
          </p:nvPr>
        </p:nvSpPr>
        <p:spPr>
          <a:xfrm>
            <a:off x="3985207" y="4045545"/>
            <a:ext cx="5317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1" name="Google Shape;611;p14"/>
          <p:cNvSpPr txBox="1">
            <a:spLocks noGrp="1"/>
          </p:cNvSpPr>
          <p:nvPr>
            <p:ph type="subTitle" idx="8"/>
          </p:nvPr>
        </p:nvSpPr>
        <p:spPr>
          <a:xfrm>
            <a:off x="3985184" y="4518351"/>
            <a:ext cx="5317200" cy="3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2" name="Google Shape;612;p14"/>
          <p:cNvSpPr txBox="1">
            <a:spLocks noGrp="1"/>
          </p:cNvSpPr>
          <p:nvPr>
            <p:ph type="title" idx="9" hasCustomPrompt="1"/>
          </p:nvPr>
        </p:nvSpPr>
        <p:spPr>
          <a:xfrm>
            <a:off x="2889575" y="5172584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13" name="Google Shape;613;p14"/>
          <p:cNvSpPr txBox="1">
            <a:spLocks noGrp="1"/>
          </p:cNvSpPr>
          <p:nvPr>
            <p:ph type="subTitle" idx="13"/>
          </p:nvPr>
        </p:nvSpPr>
        <p:spPr>
          <a:xfrm>
            <a:off x="3985207" y="5238636"/>
            <a:ext cx="5317200" cy="4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4" name="Google Shape;614;p14"/>
          <p:cNvSpPr txBox="1">
            <a:spLocks noGrp="1"/>
          </p:cNvSpPr>
          <p:nvPr>
            <p:ph type="subTitle" idx="14"/>
          </p:nvPr>
        </p:nvSpPr>
        <p:spPr>
          <a:xfrm>
            <a:off x="3985184" y="5711437"/>
            <a:ext cx="5317200" cy="3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15" name="Google Shape;615;p14"/>
          <p:cNvSpPr txBox="1">
            <a:spLocks noGrp="1"/>
          </p:cNvSpPr>
          <p:nvPr>
            <p:ph type="title" idx="15" hasCustomPrompt="1"/>
          </p:nvPr>
        </p:nvSpPr>
        <p:spPr>
          <a:xfrm>
            <a:off x="6276951" y="3396399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16" name="Google Shape;616;p14"/>
          <p:cNvSpPr txBox="1">
            <a:spLocks noGrp="1"/>
          </p:cNvSpPr>
          <p:nvPr>
            <p:ph type="title" idx="16" hasCustomPrompt="1"/>
          </p:nvPr>
        </p:nvSpPr>
        <p:spPr>
          <a:xfrm>
            <a:off x="6276951" y="4746025"/>
            <a:ext cx="1095600" cy="73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0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4933"/>
            </a:lvl9pPr>
          </a:lstStyle>
          <a:p>
            <a:r>
              <a:t>xx%</a:t>
            </a:r>
          </a:p>
        </p:txBody>
      </p:sp>
      <p:sp>
        <p:nvSpPr>
          <p:cNvPr id="617" name="Google Shape;617;p14"/>
          <p:cNvSpPr txBox="1">
            <a:spLocks noGrp="1"/>
          </p:cNvSpPr>
          <p:nvPr>
            <p:ph type="title" idx="17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18" name="Google Shape;618;p14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619" name="Google Shape;619;p1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0" name="Google Shape;620;p1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621" name="Google Shape;621;p14"/>
          <p:cNvGrpSpPr/>
          <p:nvPr/>
        </p:nvGrpSpPr>
        <p:grpSpPr>
          <a:xfrm>
            <a:off x="476951" y="1614100"/>
            <a:ext cx="476605" cy="1275072"/>
            <a:chOff x="357713" y="600975"/>
            <a:chExt cx="357454" cy="956304"/>
          </a:xfrm>
        </p:grpSpPr>
        <p:sp>
          <p:nvSpPr>
            <p:cNvPr id="622" name="Google Shape;622;p1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3" name="Google Shape;623;p1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4" name="Google Shape;624;p1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5" name="Google Shape;625;p1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626" name="Google Shape;626;p14"/>
          <p:cNvGrpSpPr/>
          <p:nvPr/>
        </p:nvGrpSpPr>
        <p:grpSpPr>
          <a:xfrm>
            <a:off x="217685" y="5838529"/>
            <a:ext cx="2692235" cy="2692235"/>
            <a:chOff x="1943325" y="-220375"/>
            <a:chExt cx="1298672" cy="1298672"/>
          </a:xfrm>
        </p:grpSpPr>
        <p:sp>
          <p:nvSpPr>
            <p:cNvPr id="627" name="Google Shape;627;p14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8" name="Google Shape;628;p14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29" name="Google Shape;629;p14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3" name="Google Shape;633;p14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4" name="Google Shape;634;p14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5" name="Google Shape;635;p14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6" name="Google Shape;636;p14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7" name="Google Shape;637;p14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8" name="Google Shape;638;p14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39" name="Google Shape;639;p14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0" name="Google Shape;640;p14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1" name="Google Shape;641;p14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4" name="Google Shape;644;p14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5" name="Google Shape;645;p14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6" name="Google Shape;646;p14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2" name="Google Shape;652;p14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3" name="Google Shape;653;p14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7" name="Google Shape;657;p14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8" name="Google Shape;658;p14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1" name="Google Shape;661;p14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2" name="Google Shape;662;p14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3" name="Google Shape;663;p14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4" name="Google Shape;664;p14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5" name="Google Shape;665;p14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6" name="Google Shape;666;p14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7" name="Google Shape;667;p14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8" name="Google Shape;668;p14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69" name="Google Shape;669;p14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0" name="Google Shape;670;p14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1" name="Google Shape;671;p14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2" name="Google Shape;672;p14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3" name="Google Shape;673;p14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4" name="Google Shape;674;p14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675" name="Google Shape;675;p14"/>
          <p:cNvGrpSpPr/>
          <p:nvPr/>
        </p:nvGrpSpPr>
        <p:grpSpPr>
          <a:xfrm>
            <a:off x="11138788" y="3453827"/>
            <a:ext cx="2620385" cy="689413"/>
            <a:chOff x="3539975" y="3523525"/>
            <a:chExt cx="745925" cy="196250"/>
          </a:xfrm>
        </p:grpSpPr>
        <p:sp>
          <p:nvSpPr>
            <p:cNvPr id="676" name="Google Shape;676;p1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7" name="Google Shape;677;p1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8" name="Google Shape;678;p1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79" name="Google Shape;679;p1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0" name="Google Shape;680;p1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1" name="Google Shape;681;p1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2" name="Google Shape;682;p1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3" name="Google Shape;683;p1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4" name="Google Shape;684;p1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5" name="Google Shape;685;p1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6" name="Google Shape;686;p1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7" name="Google Shape;687;p1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8" name="Google Shape;688;p1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89" name="Google Shape;689;p1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0" name="Google Shape;690;p1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1" name="Google Shape;691;p1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0739460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15"/>
          <p:cNvGrpSpPr/>
          <p:nvPr/>
        </p:nvGrpSpPr>
        <p:grpSpPr>
          <a:xfrm>
            <a:off x="476951" y="3818467"/>
            <a:ext cx="476605" cy="1275072"/>
            <a:chOff x="357713" y="600975"/>
            <a:chExt cx="357454" cy="956304"/>
          </a:xfrm>
        </p:grpSpPr>
        <p:sp>
          <p:nvSpPr>
            <p:cNvPr id="694" name="Google Shape;694;p15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698" name="Google Shape;69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8394145" y="-1177833"/>
            <a:ext cx="12470951" cy="35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15"/>
          <p:cNvSpPr txBox="1">
            <a:spLocks noGrp="1"/>
          </p:cNvSpPr>
          <p:nvPr>
            <p:ph type="title"/>
          </p:nvPr>
        </p:nvSpPr>
        <p:spPr>
          <a:xfrm>
            <a:off x="7871033" y="1369567"/>
            <a:ext cx="3367200" cy="2488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5210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6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16"/>
          <p:cNvSpPr txBox="1">
            <a:spLocks noGrp="1"/>
          </p:cNvSpPr>
          <p:nvPr>
            <p:ph type="title"/>
          </p:nvPr>
        </p:nvSpPr>
        <p:spPr>
          <a:xfrm>
            <a:off x="1488500" y="2075120"/>
            <a:ext cx="6012800" cy="171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3" name="Google Shape;703;p16"/>
          <p:cNvSpPr txBox="1">
            <a:spLocks noGrp="1"/>
          </p:cNvSpPr>
          <p:nvPr>
            <p:ph type="title" idx="2" hasCustomPrompt="1"/>
          </p:nvPr>
        </p:nvSpPr>
        <p:spPr>
          <a:xfrm>
            <a:off x="7518028" y="1808779"/>
            <a:ext cx="3433600" cy="213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04" name="Google Shape;704;p16"/>
          <p:cNvSpPr txBox="1">
            <a:spLocks noGrp="1"/>
          </p:cNvSpPr>
          <p:nvPr>
            <p:ph type="subTitle" idx="1"/>
          </p:nvPr>
        </p:nvSpPr>
        <p:spPr>
          <a:xfrm>
            <a:off x="1488161" y="4444329"/>
            <a:ext cx="6012800" cy="4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05" name="Google Shape;705;p16"/>
          <p:cNvGrpSpPr/>
          <p:nvPr/>
        </p:nvGrpSpPr>
        <p:grpSpPr>
          <a:xfrm>
            <a:off x="11238051" y="2864912"/>
            <a:ext cx="476605" cy="1275072"/>
            <a:chOff x="357713" y="600975"/>
            <a:chExt cx="357454" cy="956304"/>
          </a:xfrm>
        </p:grpSpPr>
        <p:sp>
          <p:nvSpPr>
            <p:cNvPr id="706" name="Google Shape;706;p16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8" name="Google Shape;708;p16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09" name="Google Shape;709;p16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710" name="Google Shape;710;p16"/>
          <p:cNvSpPr/>
          <p:nvPr/>
        </p:nvSpPr>
        <p:spPr>
          <a:xfrm flipH="1">
            <a:off x="6668494" y="642933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711" name="Google Shape;711;p16"/>
          <p:cNvGrpSpPr/>
          <p:nvPr/>
        </p:nvGrpSpPr>
        <p:grpSpPr>
          <a:xfrm rot="10800000" flipH="1">
            <a:off x="7409164" y="5817829"/>
            <a:ext cx="5269505" cy="4234508"/>
            <a:chOff x="5256209" y="-1994879"/>
            <a:chExt cx="3952129" cy="3175881"/>
          </a:xfrm>
        </p:grpSpPr>
        <p:sp>
          <p:nvSpPr>
            <p:cNvPr id="712" name="Google Shape;712;p16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3" name="Google Shape;713;p16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14" name="Google Shape;714;p16"/>
          <p:cNvGrpSpPr/>
          <p:nvPr/>
        </p:nvGrpSpPr>
        <p:grpSpPr>
          <a:xfrm flipH="1">
            <a:off x="3966067" y="5896382"/>
            <a:ext cx="1057675" cy="243865"/>
            <a:chOff x="2685575" y="2835950"/>
            <a:chExt cx="433000" cy="99825"/>
          </a:xfrm>
        </p:grpSpPr>
        <p:sp>
          <p:nvSpPr>
            <p:cNvPr id="715" name="Google Shape;715;p16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6" name="Google Shape;716;p16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19" name="Google Shape;719;p16"/>
          <p:cNvGrpSpPr/>
          <p:nvPr/>
        </p:nvGrpSpPr>
        <p:grpSpPr>
          <a:xfrm flipH="1">
            <a:off x="1195591" y="1381993"/>
            <a:ext cx="377776" cy="379624"/>
            <a:chOff x="423709" y="3302025"/>
            <a:chExt cx="216416" cy="217475"/>
          </a:xfrm>
        </p:grpSpPr>
        <p:sp>
          <p:nvSpPr>
            <p:cNvPr id="720" name="Google Shape;720;p16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1" name="Google Shape;721;p16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22" name="Google Shape;722;p16"/>
          <p:cNvGrpSpPr/>
          <p:nvPr/>
        </p:nvGrpSpPr>
        <p:grpSpPr>
          <a:xfrm flipH="1">
            <a:off x="2809201" y="-1299944"/>
            <a:ext cx="2692235" cy="2692235"/>
            <a:chOff x="1943325" y="-220375"/>
            <a:chExt cx="1298672" cy="1298672"/>
          </a:xfrm>
        </p:grpSpPr>
        <p:sp>
          <p:nvSpPr>
            <p:cNvPr id="723" name="Google Shape;723;p16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4" name="Google Shape;724;p16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5" name="Google Shape;725;p16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6" name="Google Shape;726;p16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8" name="Google Shape;728;p16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9" name="Google Shape;729;p16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0" name="Google Shape;730;p16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6" name="Google Shape;736;p16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7" name="Google Shape;737;p16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6" name="Google Shape;746;p16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0" name="Google Shape;750;p16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0" name="Google Shape;760;p16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4" name="Google Shape;764;p16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5" name="Google Shape;765;p16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9" name="Google Shape;769;p16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0" name="Google Shape;770;p16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0216952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1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17"/>
          <p:cNvSpPr txBox="1">
            <a:spLocks noGrp="1"/>
          </p:cNvSpPr>
          <p:nvPr>
            <p:ph type="body" idx="1"/>
          </p:nvPr>
        </p:nvSpPr>
        <p:spPr>
          <a:xfrm flipH="1">
            <a:off x="6096000" y="2250633"/>
            <a:ext cx="5142000" cy="3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4" name="Google Shape;774;p17"/>
          <p:cNvSpPr txBox="1">
            <a:spLocks noGrp="1"/>
          </p:cNvSpPr>
          <p:nvPr>
            <p:ph type="body" idx="2"/>
          </p:nvPr>
        </p:nvSpPr>
        <p:spPr>
          <a:xfrm flipH="1">
            <a:off x="954000" y="2250633"/>
            <a:ext cx="5142000" cy="3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lt1"/>
                </a:solidFill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5" name="Google Shape;775;p17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76" name="Google Shape;776;p17"/>
          <p:cNvGrpSpPr/>
          <p:nvPr/>
        </p:nvGrpSpPr>
        <p:grpSpPr>
          <a:xfrm>
            <a:off x="522485" y="5438227"/>
            <a:ext cx="385560" cy="379624"/>
            <a:chOff x="426000" y="3302025"/>
            <a:chExt cx="220875" cy="217475"/>
          </a:xfrm>
        </p:grpSpPr>
        <p:sp>
          <p:nvSpPr>
            <p:cNvPr id="777" name="Google Shape;777;p1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1771067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1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18"/>
          <p:cNvSpPr txBox="1">
            <a:spLocks noGrp="1"/>
          </p:cNvSpPr>
          <p:nvPr>
            <p:ph type="subTitle" idx="1"/>
          </p:nvPr>
        </p:nvSpPr>
        <p:spPr>
          <a:xfrm>
            <a:off x="7346663" y="4024995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2" name="Google Shape;782;p18"/>
          <p:cNvSpPr txBox="1">
            <a:spLocks noGrp="1"/>
          </p:cNvSpPr>
          <p:nvPr>
            <p:ph type="subTitle" idx="2"/>
          </p:nvPr>
        </p:nvSpPr>
        <p:spPr>
          <a:xfrm>
            <a:off x="7346645" y="4548872"/>
            <a:ext cx="3042400" cy="1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3" name="Google Shape;783;p18"/>
          <p:cNvSpPr txBox="1">
            <a:spLocks noGrp="1"/>
          </p:cNvSpPr>
          <p:nvPr>
            <p:ph type="subTitle" idx="3"/>
          </p:nvPr>
        </p:nvSpPr>
        <p:spPr>
          <a:xfrm>
            <a:off x="2703561" y="4024995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4" name="Google Shape;784;p18"/>
          <p:cNvSpPr txBox="1">
            <a:spLocks noGrp="1"/>
          </p:cNvSpPr>
          <p:nvPr>
            <p:ph type="subTitle" idx="4"/>
          </p:nvPr>
        </p:nvSpPr>
        <p:spPr>
          <a:xfrm>
            <a:off x="2703528" y="4548872"/>
            <a:ext cx="3042400" cy="1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5" name="Google Shape;785;p18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86" name="Google Shape;786;p18"/>
          <p:cNvGrpSpPr/>
          <p:nvPr/>
        </p:nvGrpSpPr>
        <p:grpSpPr>
          <a:xfrm>
            <a:off x="522485" y="5438227"/>
            <a:ext cx="385560" cy="379624"/>
            <a:chOff x="426000" y="3302025"/>
            <a:chExt cx="220875" cy="217475"/>
          </a:xfrm>
        </p:grpSpPr>
        <p:sp>
          <p:nvSpPr>
            <p:cNvPr id="787" name="Google Shape;787;p18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89" name="Google Shape;789;p18"/>
          <p:cNvGrpSpPr/>
          <p:nvPr/>
        </p:nvGrpSpPr>
        <p:grpSpPr>
          <a:xfrm>
            <a:off x="476951" y="1918900"/>
            <a:ext cx="476605" cy="1275072"/>
            <a:chOff x="357713" y="600975"/>
            <a:chExt cx="357454" cy="956304"/>
          </a:xfrm>
        </p:grpSpPr>
        <p:sp>
          <p:nvSpPr>
            <p:cNvPr id="790" name="Google Shape;790;p1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94" name="Google Shape;794;p18"/>
          <p:cNvGrpSpPr/>
          <p:nvPr/>
        </p:nvGrpSpPr>
        <p:grpSpPr>
          <a:xfrm>
            <a:off x="5622211" y="6037829"/>
            <a:ext cx="1057675" cy="243865"/>
            <a:chOff x="2685575" y="2835950"/>
            <a:chExt cx="433000" cy="99825"/>
          </a:xfrm>
        </p:grpSpPr>
        <p:sp>
          <p:nvSpPr>
            <p:cNvPr id="795" name="Google Shape;795;p18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799" name="Google Shape;799;p18"/>
          <p:cNvGrpSpPr/>
          <p:nvPr/>
        </p:nvGrpSpPr>
        <p:grpSpPr>
          <a:xfrm>
            <a:off x="11097854" y="4498194"/>
            <a:ext cx="2620385" cy="689413"/>
            <a:chOff x="3539975" y="3523525"/>
            <a:chExt cx="745925" cy="196250"/>
          </a:xfrm>
        </p:grpSpPr>
        <p:sp>
          <p:nvSpPr>
            <p:cNvPr id="800" name="Google Shape;800;p1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1" name="Google Shape;811;p1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2" name="Google Shape;812;p1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3" name="Google Shape;813;p1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4" name="Google Shape;814;p1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816" name="Google Shape;816;p18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rot="10800000" flipH="1">
            <a:off x="9104999" y="-594337"/>
            <a:ext cx="12470951" cy="357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18"/>
          <p:cNvSpPr txBox="1">
            <a:spLocks noGrp="1"/>
          </p:cNvSpPr>
          <p:nvPr>
            <p:ph type="subTitle" idx="5"/>
          </p:nvPr>
        </p:nvSpPr>
        <p:spPr>
          <a:xfrm>
            <a:off x="7346663" y="211376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8" name="Google Shape;818;p18"/>
          <p:cNvSpPr txBox="1">
            <a:spLocks noGrp="1"/>
          </p:cNvSpPr>
          <p:nvPr>
            <p:ph type="subTitle" idx="6"/>
          </p:nvPr>
        </p:nvSpPr>
        <p:spPr>
          <a:xfrm>
            <a:off x="7346645" y="2637639"/>
            <a:ext cx="3042400" cy="1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9" name="Google Shape;819;p18"/>
          <p:cNvSpPr txBox="1">
            <a:spLocks noGrp="1"/>
          </p:cNvSpPr>
          <p:nvPr>
            <p:ph type="subTitle" idx="7"/>
          </p:nvPr>
        </p:nvSpPr>
        <p:spPr>
          <a:xfrm>
            <a:off x="2703561" y="211376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0" name="Google Shape;820;p18"/>
          <p:cNvSpPr txBox="1">
            <a:spLocks noGrp="1"/>
          </p:cNvSpPr>
          <p:nvPr>
            <p:ph type="subTitle" idx="8"/>
          </p:nvPr>
        </p:nvSpPr>
        <p:spPr>
          <a:xfrm>
            <a:off x="2703528" y="2637639"/>
            <a:ext cx="3042400" cy="11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908061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1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19"/>
          <p:cNvSpPr txBox="1">
            <a:spLocks noGrp="1"/>
          </p:cNvSpPr>
          <p:nvPr>
            <p:ph type="subTitle" idx="1"/>
          </p:nvPr>
        </p:nvSpPr>
        <p:spPr>
          <a:xfrm>
            <a:off x="6498763" y="5094855"/>
            <a:ext cx="27200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4" name="Google Shape;824;p19"/>
          <p:cNvSpPr txBox="1">
            <a:spLocks noGrp="1"/>
          </p:cNvSpPr>
          <p:nvPr>
            <p:ph type="subTitle" idx="2"/>
          </p:nvPr>
        </p:nvSpPr>
        <p:spPr>
          <a:xfrm>
            <a:off x="6498737" y="5444297"/>
            <a:ext cx="2720000" cy="6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5" name="Google Shape;825;p19"/>
          <p:cNvSpPr txBox="1">
            <a:spLocks noGrp="1"/>
          </p:cNvSpPr>
          <p:nvPr>
            <p:ph type="subTitle" idx="3"/>
          </p:nvPr>
        </p:nvSpPr>
        <p:spPr>
          <a:xfrm>
            <a:off x="2973275" y="5094855"/>
            <a:ext cx="27200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6" name="Google Shape;826;p19"/>
          <p:cNvSpPr txBox="1">
            <a:spLocks noGrp="1"/>
          </p:cNvSpPr>
          <p:nvPr>
            <p:ph type="subTitle" idx="4"/>
          </p:nvPr>
        </p:nvSpPr>
        <p:spPr>
          <a:xfrm>
            <a:off x="2973237" y="5444297"/>
            <a:ext cx="2720000" cy="6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7" name="Google Shape;827;p19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8" name="Google Shape;828;p19"/>
          <p:cNvSpPr txBox="1">
            <a:spLocks noGrp="1"/>
          </p:cNvSpPr>
          <p:nvPr>
            <p:ph type="subTitle" idx="5"/>
          </p:nvPr>
        </p:nvSpPr>
        <p:spPr>
          <a:xfrm>
            <a:off x="6498763" y="2676239"/>
            <a:ext cx="27200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9" name="Google Shape;829;p19"/>
          <p:cNvSpPr txBox="1">
            <a:spLocks noGrp="1"/>
          </p:cNvSpPr>
          <p:nvPr>
            <p:ph type="subTitle" idx="6"/>
          </p:nvPr>
        </p:nvSpPr>
        <p:spPr>
          <a:xfrm>
            <a:off x="6498737" y="3025687"/>
            <a:ext cx="2720000" cy="6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0" name="Google Shape;830;p19"/>
          <p:cNvSpPr txBox="1">
            <a:spLocks noGrp="1"/>
          </p:cNvSpPr>
          <p:nvPr>
            <p:ph type="subTitle" idx="7"/>
          </p:nvPr>
        </p:nvSpPr>
        <p:spPr>
          <a:xfrm>
            <a:off x="2973275" y="2676239"/>
            <a:ext cx="27200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1" name="Google Shape;831;p19"/>
          <p:cNvSpPr txBox="1">
            <a:spLocks noGrp="1"/>
          </p:cNvSpPr>
          <p:nvPr>
            <p:ph type="subTitle" idx="8"/>
          </p:nvPr>
        </p:nvSpPr>
        <p:spPr>
          <a:xfrm>
            <a:off x="2973237" y="3025687"/>
            <a:ext cx="2720000" cy="68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32" name="Google Shape;832;p19"/>
          <p:cNvGrpSpPr/>
          <p:nvPr/>
        </p:nvGrpSpPr>
        <p:grpSpPr>
          <a:xfrm>
            <a:off x="531667" y="2085427"/>
            <a:ext cx="376379" cy="379624"/>
            <a:chOff x="431259" y="3302025"/>
            <a:chExt cx="215616" cy="217475"/>
          </a:xfrm>
        </p:grpSpPr>
        <p:sp>
          <p:nvSpPr>
            <p:cNvPr id="833" name="Google Shape;833;p19"/>
            <p:cNvSpPr/>
            <p:nvPr/>
          </p:nvSpPr>
          <p:spPr>
            <a:xfrm>
              <a:off x="431259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835" name="Google Shape;835;p19"/>
          <p:cNvGrpSpPr/>
          <p:nvPr/>
        </p:nvGrpSpPr>
        <p:grpSpPr>
          <a:xfrm>
            <a:off x="476951" y="4255700"/>
            <a:ext cx="476605" cy="1275072"/>
            <a:chOff x="357713" y="600975"/>
            <a:chExt cx="357454" cy="956304"/>
          </a:xfrm>
        </p:grpSpPr>
        <p:sp>
          <p:nvSpPr>
            <p:cNvPr id="836" name="Google Shape;836;p19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840" name="Google Shape;840;p19"/>
          <p:cNvGrpSpPr/>
          <p:nvPr/>
        </p:nvGrpSpPr>
        <p:grpSpPr>
          <a:xfrm>
            <a:off x="319285" y="5838529"/>
            <a:ext cx="2692235" cy="2692235"/>
            <a:chOff x="1943325" y="-220375"/>
            <a:chExt cx="1298672" cy="1298672"/>
          </a:xfrm>
        </p:grpSpPr>
        <p:sp>
          <p:nvSpPr>
            <p:cNvPr id="841" name="Google Shape;841;p1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9" name="Google Shape;859;p1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0" name="Google Shape;860;p1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1" name="Google Shape;861;p1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1" name="Google Shape;881;p1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2" name="Google Shape;882;p1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3" name="Google Shape;883;p1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889" name="Google Shape;889;p19"/>
          <p:cNvGrpSpPr/>
          <p:nvPr/>
        </p:nvGrpSpPr>
        <p:grpSpPr>
          <a:xfrm>
            <a:off x="10647421" y="4572294"/>
            <a:ext cx="2620385" cy="689413"/>
            <a:chOff x="3539975" y="3523525"/>
            <a:chExt cx="745925" cy="196250"/>
          </a:xfrm>
        </p:grpSpPr>
        <p:sp>
          <p:nvSpPr>
            <p:cNvPr id="890" name="Google Shape;890;p1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06" name="Google Shape;906;p19"/>
          <p:cNvSpPr/>
          <p:nvPr/>
        </p:nvSpPr>
        <p:spPr>
          <a:xfrm>
            <a:off x="1360468" y="3188980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43045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2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20"/>
          <p:cNvSpPr txBox="1">
            <a:spLocks noGrp="1"/>
          </p:cNvSpPr>
          <p:nvPr>
            <p:ph type="subTitle" idx="1"/>
          </p:nvPr>
        </p:nvSpPr>
        <p:spPr>
          <a:xfrm>
            <a:off x="8667045" y="3733800"/>
            <a:ext cx="25708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0" name="Google Shape;910;p20"/>
          <p:cNvSpPr txBox="1">
            <a:spLocks noGrp="1"/>
          </p:cNvSpPr>
          <p:nvPr>
            <p:ph type="subTitle" idx="2"/>
          </p:nvPr>
        </p:nvSpPr>
        <p:spPr>
          <a:xfrm>
            <a:off x="8667031" y="4083229"/>
            <a:ext cx="25708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1" name="Google Shape;911;p20"/>
          <p:cNvSpPr txBox="1">
            <a:spLocks noGrp="1"/>
          </p:cNvSpPr>
          <p:nvPr>
            <p:ph type="subTitle" idx="3"/>
          </p:nvPr>
        </p:nvSpPr>
        <p:spPr>
          <a:xfrm>
            <a:off x="6096008" y="3733800"/>
            <a:ext cx="25708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2" name="Google Shape;912;p20"/>
          <p:cNvSpPr txBox="1">
            <a:spLocks noGrp="1"/>
          </p:cNvSpPr>
          <p:nvPr>
            <p:ph type="subTitle" idx="4"/>
          </p:nvPr>
        </p:nvSpPr>
        <p:spPr>
          <a:xfrm>
            <a:off x="6095979" y="4083229"/>
            <a:ext cx="25708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3" name="Google Shape;913;p20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4" name="Google Shape;914;p20"/>
          <p:cNvSpPr txBox="1">
            <a:spLocks noGrp="1"/>
          </p:cNvSpPr>
          <p:nvPr>
            <p:ph type="subTitle" idx="5"/>
          </p:nvPr>
        </p:nvSpPr>
        <p:spPr>
          <a:xfrm>
            <a:off x="3524979" y="3733817"/>
            <a:ext cx="25708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5" name="Google Shape;915;p20"/>
          <p:cNvSpPr txBox="1">
            <a:spLocks noGrp="1"/>
          </p:cNvSpPr>
          <p:nvPr>
            <p:ph type="subTitle" idx="6"/>
          </p:nvPr>
        </p:nvSpPr>
        <p:spPr>
          <a:xfrm>
            <a:off x="3524957" y="4083263"/>
            <a:ext cx="25708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7"/>
          </p:nvPr>
        </p:nvSpPr>
        <p:spPr>
          <a:xfrm>
            <a:off x="954036" y="3733817"/>
            <a:ext cx="25708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8"/>
          </p:nvPr>
        </p:nvSpPr>
        <p:spPr>
          <a:xfrm>
            <a:off x="954000" y="4083263"/>
            <a:ext cx="2570800" cy="10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918" name="Google Shape;918;p20"/>
          <p:cNvGrpSpPr/>
          <p:nvPr/>
        </p:nvGrpSpPr>
        <p:grpSpPr>
          <a:xfrm>
            <a:off x="531667" y="2085427"/>
            <a:ext cx="376379" cy="379624"/>
            <a:chOff x="431259" y="3302025"/>
            <a:chExt cx="215616" cy="217475"/>
          </a:xfrm>
        </p:grpSpPr>
        <p:sp>
          <p:nvSpPr>
            <p:cNvPr id="919" name="Google Shape;919;p20"/>
            <p:cNvSpPr/>
            <p:nvPr/>
          </p:nvSpPr>
          <p:spPr>
            <a:xfrm>
              <a:off x="431259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0" name="Google Shape;920;p20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921" name="Google Shape;921;p20"/>
          <p:cNvGrpSpPr/>
          <p:nvPr/>
        </p:nvGrpSpPr>
        <p:grpSpPr>
          <a:xfrm>
            <a:off x="476951" y="4255700"/>
            <a:ext cx="476605" cy="1275072"/>
            <a:chOff x="357713" y="600975"/>
            <a:chExt cx="357454" cy="956304"/>
          </a:xfrm>
        </p:grpSpPr>
        <p:sp>
          <p:nvSpPr>
            <p:cNvPr id="922" name="Google Shape;922;p2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3" name="Google Shape;923;p2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4" name="Google Shape;924;p2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5" name="Google Shape;925;p2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926" name="Google Shape;926;p20"/>
          <p:cNvGrpSpPr/>
          <p:nvPr/>
        </p:nvGrpSpPr>
        <p:grpSpPr>
          <a:xfrm>
            <a:off x="319285" y="5838529"/>
            <a:ext cx="2692235" cy="2692235"/>
            <a:chOff x="1943325" y="-220375"/>
            <a:chExt cx="1298672" cy="1298672"/>
          </a:xfrm>
        </p:grpSpPr>
        <p:sp>
          <p:nvSpPr>
            <p:cNvPr id="927" name="Google Shape;927;p2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8" name="Google Shape;928;p2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29" name="Google Shape;929;p2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0" name="Google Shape;930;p2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1" name="Google Shape;931;p2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2" name="Google Shape;932;p2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3" name="Google Shape;933;p2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4" name="Google Shape;934;p2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5" name="Google Shape;935;p2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6" name="Google Shape;936;p2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7" name="Google Shape;937;p2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8" name="Google Shape;938;p2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39" name="Google Shape;939;p2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0" name="Google Shape;940;p2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1" name="Google Shape;941;p2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2" name="Google Shape;942;p2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5" name="Google Shape;945;p2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6" name="Google Shape;946;p2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7" name="Google Shape;947;p2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8" name="Google Shape;948;p2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9" name="Google Shape;949;p2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0" name="Google Shape;950;p2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1" name="Google Shape;951;p2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975" name="Google Shape;975;p20"/>
          <p:cNvGrpSpPr/>
          <p:nvPr/>
        </p:nvGrpSpPr>
        <p:grpSpPr>
          <a:xfrm>
            <a:off x="10650588" y="1725927"/>
            <a:ext cx="2620385" cy="689413"/>
            <a:chOff x="3539975" y="3523525"/>
            <a:chExt cx="745925" cy="196250"/>
          </a:xfrm>
        </p:grpSpPr>
        <p:sp>
          <p:nvSpPr>
            <p:cNvPr id="976" name="Google Shape;976;p20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08910550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Google Shape;993;p21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21"/>
          <p:cNvSpPr txBox="1">
            <a:spLocks noGrp="1"/>
          </p:cNvSpPr>
          <p:nvPr>
            <p:ph type="subTitle" idx="1"/>
          </p:nvPr>
        </p:nvSpPr>
        <p:spPr>
          <a:xfrm>
            <a:off x="3252267" y="4100408"/>
            <a:ext cx="27988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5" name="Google Shape;995;p21"/>
          <p:cNvSpPr txBox="1">
            <a:spLocks noGrp="1"/>
          </p:cNvSpPr>
          <p:nvPr>
            <p:ph type="subTitle" idx="2"/>
          </p:nvPr>
        </p:nvSpPr>
        <p:spPr>
          <a:xfrm>
            <a:off x="3252268" y="4549068"/>
            <a:ext cx="27988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6" name="Google Shape;996;p21"/>
          <p:cNvSpPr txBox="1">
            <a:spLocks noGrp="1"/>
          </p:cNvSpPr>
          <p:nvPr>
            <p:ph type="subTitle" idx="3"/>
          </p:nvPr>
        </p:nvSpPr>
        <p:spPr>
          <a:xfrm>
            <a:off x="3252279" y="2069067"/>
            <a:ext cx="27988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7" name="Google Shape;997;p21"/>
          <p:cNvSpPr txBox="1">
            <a:spLocks noGrp="1"/>
          </p:cNvSpPr>
          <p:nvPr>
            <p:ph type="subTitle" idx="4"/>
          </p:nvPr>
        </p:nvSpPr>
        <p:spPr>
          <a:xfrm>
            <a:off x="3252273" y="2517727"/>
            <a:ext cx="27988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8" name="Google Shape;998;p21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99" name="Google Shape;9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715433" y="5261700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0" name="Google Shape;1000;p21"/>
          <p:cNvGrpSpPr/>
          <p:nvPr/>
        </p:nvGrpSpPr>
        <p:grpSpPr>
          <a:xfrm rot="10800000" flipH="1">
            <a:off x="534269" y="1918900"/>
            <a:ext cx="377776" cy="379624"/>
            <a:chOff x="432750" y="3302025"/>
            <a:chExt cx="216416" cy="217475"/>
          </a:xfrm>
        </p:grpSpPr>
        <p:sp>
          <p:nvSpPr>
            <p:cNvPr id="1001" name="Google Shape;1001;p21"/>
            <p:cNvSpPr/>
            <p:nvPr/>
          </p:nvSpPr>
          <p:spPr>
            <a:xfrm>
              <a:off x="435041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02" name="Google Shape;1002;p2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003" name="Google Shape;1003;p21"/>
          <p:cNvGrpSpPr/>
          <p:nvPr/>
        </p:nvGrpSpPr>
        <p:grpSpPr>
          <a:xfrm rot="10800000" flipH="1">
            <a:off x="476951" y="3831580"/>
            <a:ext cx="476605" cy="1275072"/>
            <a:chOff x="357713" y="600975"/>
            <a:chExt cx="357454" cy="956304"/>
          </a:xfrm>
        </p:grpSpPr>
        <p:sp>
          <p:nvSpPr>
            <p:cNvPr id="1004" name="Google Shape;1004;p2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07" name="Google Shape;1007;p2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008" name="Google Shape;1008;p21"/>
          <p:cNvGrpSpPr/>
          <p:nvPr/>
        </p:nvGrpSpPr>
        <p:grpSpPr>
          <a:xfrm>
            <a:off x="10772554" y="3831560"/>
            <a:ext cx="2620385" cy="689413"/>
            <a:chOff x="3539975" y="3523525"/>
            <a:chExt cx="745925" cy="196250"/>
          </a:xfrm>
        </p:grpSpPr>
        <p:sp>
          <p:nvSpPr>
            <p:cNvPr id="1009" name="Google Shape;1009;p2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0" name="Google Shape;1010;p2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1" name="Google Shape;1011;p2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2" name="Google Shape;1012;p2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3" name="Google Shape;1013;p2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7" name="Google Shape;1017;p2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8" name="Google Shape;1018;p2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9" name="Google Shape;1019;p2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0" name="Google Shape;1020;p2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1" name="Google Shape;1021;p2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2" name="Google Shape;1022;p2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3" name="Google Shape;1023;p2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4" name="Google Shape;1024;p2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25" name="Google Shape;1025;p21"/>
          <p:cNvSpPr txBox="1">
            <a:spLocks noGrp="1"/>
          </p:cNvSpPr>
          <p:nvPr>
            <p:ph type="subTitle" idx="5"/>
          </p:nvPr>
        </p:nvSpPr>
        <p:spPr>
          <a:xfrm>
            <a:off x="7972633" y="4100408"/>
            <a:ext cx="27988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6" name="Google Shape;1026;p21"/>
          <p:cNvSpPr txBox="1">
            <a:spLocks noGrp="1"/>
          </p:cNvSpPr>
          <p:nvPr>
            <p:ph type="subTitle" idx="6"/>
          </p:nvPr>
        </p:nvSpPr>
        <p:spPr>
          <a:xfrm>
            <a:off x="7972635" y="4549068"/>
            <a:ext cx="27988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7" name="Google Shape;1027;p21"/>
          <p:cNvSpPr txBox="1">
            <a:spLocks noGrp="1"/>
          </p:cNvSpPr>
          <p:nvPr>
            <p:ph type="subTitle" idx="7"/>
          </p:nvPr>
        </p:nvSpPr>
        <p:spPr>
          <a:xfrm>
            <a:off x="7972645" y="2069067"/>
            <a:ext cx="27988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8" name="Google Shape;1028;p21"/>
          <p:cNvSpPr txBox="1">
            <a:spLocks noGrp="1"/>
          </p:cNvSpPr>
          <p:nvPr>
            <p:ph type="subTitle" idx="8"/>
          </p:nvPr>
        </p:nvSpPr>
        <p:spPr>
          <a:xfrm>
            <a:off x="7972640" y="2517727"/>
            <a:ext cx="2798800" cy="8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60225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2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2"/>
          <p:cNvSpPr txBox="1">
            <a:spLocks noGrp="1"/>
          </p:cNvSpPr>
          <p:nvPr>
            <p:ph type="subTitle" idx="1"/>
          </p:nvPr>
        </p:nvSpPr>
        <p:spPr>
          <a:xfrm>
            <a:off x="4342481" y="1760767"/>
            <a:ext cx="293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2" name="Google Shape;1032;p22"/>
          <p:cNvSpPr txBox="1">
            <a:spLocks noGrp="1"/>
          </p:cNvSpPr>
          <p:nvPr>
            <p:ph type="subTitle" idx="2"/>
          </p:nvPr>
        </p:nvSpPr>
        <p:spPr>
          <a:xfrm>
            <a:off x="4342475" y="2380035"/>
            <a:ext cx="4373600" cy="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3" name="Google Shape;1033;p22"/>
          <p:cNvSpPr txBox="1">
            <a:spLocks noGrp="1"/>
          </p:cNvSpPr>
          <p:nvPr>
            <p:ph type="subTitle" idx="3"/>
          </p:nvPr>
        </p:nvSpPr>
        <p:spPr>
          <a:xfrm>
            <a:off x="4342481" y="3247967"/>
            <a:ext cx="293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4" name="Google Shape;1034;p22"/>
          <p:cNvSpPr txBox="1">
            <a:spLocks noGrp="1"/>
          </p:cNvSpPr>
          <p:nvPr>
            <p:ph type="subTitle" idx="4"/>
          </p:nvPr>
        </p:nvSpPr>
        <p:spPr>
          <a:xfrm>
            <a:off x="4342475" y="3867235"/>
            <a:ext cx="4373600" cy="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5" name="Google Shape;1035;p22"/>
          <p:cNvSpPr txBox="1">
            <a:spLocks noGrp="1"/>
          </p:cNvSpPr>
          <p:nvPr>
            <p:ph type="subTitle" idx="5"/>
          </p:nvPr>
        </p:nvSpPr>
        <p:spPr>
          <a:xfrm>
            <a:off x="4342481" y="4735167"/>
            <a:ext cx="293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6" name="Google Shape;1036;p22"/>
          <p:cNvSpPr txBox="1">
            <a:spLocks noGrp="1"/>
          </p:cNvSpPr>
          <p:nvPr>
            <p:ph type="subTitle" idx="6"/>
          </p:nvPr>
        </p:nvSpPr>
        <p:spPr>
          <a:xfrm>
            <a:off x="4342475" y="5354435"/>
            <a:ext cx="4373600" cy="6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7" name="Google Shape;1037;p22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038" name="Google Shape;1038;p22"/>
          <p:cNvGrpSpPr/>
          <p:nvPr/>
        </p:nvGrpSpPr>
        <p:grpSpPr>
          <a:xfrm flipH="1">
            <a:off x="-1013749" y="5450927"/>
            <a:ext cx="2620385" cy="689413"/>
            <a:chOff x="3539975" y="3523525"/>
            <a:chExt cx="745925" cy="196250"/>
          </a:xfrm>
        </p:grpSpPr>
        <p:sp>
          <p:nvSpPr>
            <p:cNvPr id="1039" name="Google Shape;1039;p2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0" name="Google Shape;1040;p2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1" name="Google Shape;1041;p2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2" name="Google Shape;1042;p2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3" name="Google Shape;1043;p2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4" name="Google Shape;1044;p2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5" name="Google Shape;1045;p2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6" name="Google Shape;1046;p2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7" name="Google Shape;1047;p2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8" name="Google Shape;1048;p2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9" name="Google Shape;1049;p2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0" name="Google Shape;1050;p2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1" name="Google Shape;1051;p2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2" name="Google Shape;1052;p2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3" name="Google Shape;1053;p2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4" name="Google Shape;1054;p2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055" name="Google Shape;1055;p22"/>
          <p:cNvGrpSpPr/>
          <p:nvPr/>
        </p:nvGrpSpPr>
        <p:grpSpPr>
          <a:xfrm>
            <a:off x="991584" y="2153933"/>
            <a:ext cx="476605" cy="1275072"/>
            <a:chOff x="357713" y="600975"/>
            <a:chExt cx="357454" cy="956304"/>
          </a:xfrm>
        </p:grpSpPr>
        <p:sp>
          <p:nvSpPr>
            <p:cNvPr id="1056" name="Google Shape;1056;p2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7" name="Google Shape;1057;p2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8" name="Google Shape;1058;p2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9" name="Google Shape;1059;p2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725835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1" name="Google Shape;1061;p23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23"/>
          <p:cNvSpPr txBox="1">
            <a:spLocks noGrp="1"/>
          </p:cNvSpPr>
          <p:nvPr>
            <p:ph type="subTitle" idx="1"/>
          </p:nvPr>
        </p:nvSpPr>
        <p:spPr>
          <a:xfrm>
            <a:off x="4477932" y="3283479"/>
            <a:ext cx="329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3" name="Google Shape;1063;p23"/>
          <p:cNvSpPr txBox="1">
            <a:spLocks noGrp="1"/>
          </p:cNvSpPr>
          <p:nvPr>
            <p:ph type="subTitle" idx="2"/>
          </p:nvPr>
        </p:nvSpPr>
        <p:spPr>
          <a:xfrm>
            <a:off x="4477932" y="4004345"/>
            <a:ext cx="32992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4" name="Google Shape;1064;p23"/>
          <p:cNvSpPr txBox="1">
            <a:spLocks noGrp="1"/>
          </p:cNvSpPr>
          <p:nvPr>
            <p:ph type="subTitle" idx="3"/>
          </p:nvPr>
        </p:nvSpPr>
        <p:spPr>
          <a:xfrm>
            <a:off x="7970297" y="3283479"/>
            <a:ext cx="329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5" name="Google Shape;1065;p23"/>
          <p:cNvSpPr txBox="1">
            <a:spLocks noGrp="1"/>
          </p:cNvSpPr>
          <p:nvPr>
            <p:ph type="subTitle" idx="4"/>
          </p:nvPr>
        </p:nvSpPr>
        <p:spPr>
          <a:xfrm>
            <a:off x="7970297" y="4004345"/>
            <a:ext cx="32992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6" name="Google Shape;1066;p23"/>
          <p:cNvSpPr txBox="1">
            <a:spLocks noGrp="1"/>
          </p:cNvSpPr>
          <p:nvPr>
            <p:ph type="subTitle" idx="5"/>
          </p:nvPr>
        </p:nvSpPr>
        <p:spPr>
          <a:xfrm>
            <a:off x="985565" y="3283479"/>
            <a:ext cx="32992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7" name="Google Shape;1067;p23"/>
          <p:cNvSpPr txBox="1">
            <a:spLocks noGrp="1"/>
          </p:cNvSpPr>
          <p:nvPr>
            <p:ph type="subTitle" idx="6"/>
          </p:nvPr>
        </p:nvSpPr>
        <p:spPr>
          <a:xfrm>
            <a:off x="985565" y="4004345"/>
            <a:ext cx="32992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8" name="Google Shape;1068;p23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069" name="Google Shape;1069;p23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>
            <a:off x="-363378" y="49128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0" name="Google Shape;1070;p23"/>
          <p:cNvGrpSpPr/>
          <p:nvPr/>
        </p:nvGrpSpPr>
        <p:grpSpPr>
          <a:xfrm flipH="1">
            <a:off x="8898528" y="5721860"/>
            <a:ext cx="378640" cy="379624"/>
            <a:chOff x="432750" y="3302025"/>
            <a:chExt cx="216911" cy="217475"/>
          </a:xfrm>
        </p:grpSpPr>
        <p:sp>
          <p:nvSpPr>
            <p:cNvPr id="1071" name="Google Shape;1071;p23"/>
            <p:cNvSpPr/>
            <p:nvPr/>
          </p:nvSpPr>
          <p:spPr>
            <a:xfrm>
              <a:off x="435536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2" name="Google Shape;1072;p23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073" name="Google Shape;1073;p23"/>
          <p:cNvGrpSpPr/>
          <p:nvPr/>
        </p:nvGrpSpPr>
        <p:grpSpPr>
          <a:xfrm flipH="1">
            <a:off x="-1167034" y="5536027"/>
            <a:ext cx="2620385" cy="689413"/>
            <a:chOff x="3539975" y="3523525"/>
            <a:chExt cx="745925" cy="196250"/>
          </a:xfrm>
        </p:grpSpPr>
        <p:sp>
          <p:nvSpPr>
            <p:cNvPr id="1074" name="Google Shape;1074;p2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79" name="Google Shape;1079;p2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0" name="Google Shape;1080;p2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1" name="Google Shape;1081;p2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2" name="Google Shape;1082;p2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3" name="Google Shape;1083;p2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4" name="Google Shape;1084;p2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5" name="Google Shape;1085;p2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6" name="Google Shape;1086;p2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7" name="Google Shape;1087;p2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8" name="Google Shape;1088;p2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9" name="Google Shape;1089;p2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90" name="Google Shape;1090;p23"/>
          <p:cNvSpPr/>
          <p:nvPr/>
        </p:nvSpPr>
        <p:spPr>
          <a:xfrm flipH="1">
            <a:off x="4477949" y="5542164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31199905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24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24"/>
          <p:cNvSpPr txBox="1">
            <a:spLocks noGrp="1"/>
          </p:cNvSpPr>
          <p:nvPr>
            <p:ph type="subTitle" idx="1"/>
          </p:nvPr>
        </p:nvSpPr>
        <p:spPr>
          <a:xfrm>
            <a:off x="4574805" y="3426480"/>
            <a:ext cx="304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4" name="Google Shape;1094;p24"/>
          <p:cNvSpPr txBox="1">
            <a:spLocks noGrp="1"/>
          </p:cNvSpPr>
          <p:nvPr>
            <p:ph type="subTitle" idx="2"/>
          </p:nvPr>
        </p:nvSpPr>
        <p:spPr>
          <a:xfrm>
            <a:off x="4574795" y="4128633"/>
            <a:ext cx="304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5" name="Google Shape;1095;p24"/>
          <p:cNvSpPr txBox="1">
            <a:spLocks noGrp="1"/>
          </p:cNvSpPr>
          <p:nvPr>
            <p:ph type="subTitle" idx="3"/>
          </p:nvPr>
        </p:nvSpPr>
        <p:spPr>
          <a:xfrm>
            <a:off x="7795527" y="2613680"/>
            <a:ext cx="304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6" name="Google Shape;1096;p24"/>
          <p:cNvSpPr txBox="1">
            <a:spLocks noGrp="1"/>
          </p:cNvSpPr>
          <p:nvPr>
            <p:ph type="subTitle" idx="4"/>
          </p:nvPr>
        </p:nvSpPr>
        <p:spPr>
          <a:xfrm>
            <a:off x="7795516" y="3315833"/>
            <a:ext cx="304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7" name="Google Shape;1097;p24"/>
          <p:cNvSpPr txBox="1">
            <a:spLocks noGrp="1"/>
          </p:cNvSpPr>
          <p:nvPr>
            <p:ph type="subTitle" idx="5"/>
          </p:nvPr>
        </p:nvSpPr>
        <p:spPr>
          <a:xfrm>
            <a:off x="1354085" y="4239280"/>
            <a:ext cx="304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8" name="Google Shape;1098;p24"/>
          <p:cNvSpPr txBox="1">
            <a:spLocks noGrp="1"/>
          </p:cNvSpPr>
          <p:nvPr>
            <p:ph type="subTitle" idx="6"/>
          </p:nvPr>
        </p:nvSpPr>
        <p:spPr>
          <a:xfrm>
            <a:off x="1354073" y="4941433"/>
            <a:ext cx="304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9" name="Google Shape;1099;p24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00" name="Google Shape;1100;p24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1347112" y="5412200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1" name="Google Shape;1101;p24"/>
          <p:cNvGrpSpPr/>
          <p:nvPr/>
        </p:nvGrpSpPr>
        <p:grpSpPr>
          <a:xfrm flipH="1">
            <a:off x="11249775" y="2426193"/>
            <a:ext cx="377776" cy="379624"/>
            <a:chOff x="423709" y="3302025"/>
            <a:chExt cx="216416" cy="217475"/>
          </a:xfrm>
        </p:grpSpPr>
        <p:sp>
          <p:nvSpPr>
            <p:cNvPr id="1102" name="Google Shape;1102;p2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104" name="Google Shape;1104;p24"/>
          <p:cNvGrpSpPr/>
          <p:nvPr/>
        </p:nvGrpSpPr>
        <p:grpSpPr>
          <a:xfrm flipH="1">
            <a:off x="-1447001" y="5620260"/>
            <a:ext cx="2620385" cy="689413"/>
            <a:chOff x="3539975" y="3523525"/>
            <a:chExt cx="745925" cy="196250"/>
          </a:xfrm>
        </p:grpSpPr>
        <p:sp>
          <p:nvSpPr>
            <p:cNvPr id="1105" name="Google Shape;1105;p2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121" name="Google Shape;11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960299" y="1495367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95300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3" name="Google Shape;1123;p25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25"/>
          <p:cNvSpPr txBox="1">
            <a:spLocks noGrp="1"/>
          </p:cNvSpPr>
          <p:nvPr>
            <p:ph type="subTitle" idx="1"/>
          </p:nvPr>
        </p:nvSpPr>
        <p:spPr>
          <a:xfrm flipH="1">
            <a:off x="1354100" y="38907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5" name="Google Shape;1125;p25"/>
          <p:cNvSpPr txBox="1">
            <a:spLocks noGrp="1"/>
          </p:cNvSpPr>
          <p:nvPr>
            <p:ph type="subTitle" idx="2"/>
          </p:nvPr>
        </p:nvSpPr>
        <p:spPr>
          <a:xfrm>
            <a:off x="4574784" y="4540387"/>
            <a:ext cx="3042400" cy="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6" name="Google Shape;1126;p25"/>
          <p:cNvSpPr txBox="1">
            <a:spLocks noGrp="1"/>
          </p:cNvSpPr>
          <p:nvPr>
            <p:ph type="subTitle" idx="3"/>
          </p:nvPr>
        </p:nvSpPr>
        <p:spPr>
          <a:xfrm>
            <a:off x="7795536" y="38907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7" name="Google Shape;1127;p25"/>
          <p:cNvSpPr txBox="1">
            <a:spLocks noGrp="1"/>
          </p:cNvSpPr>
          <p:nvPr>
            <p:ph type="subTitle" idx="4"/>
          </p:nvPr>
        </p:nvSpPr>
        <p:spPr>
          <a:xfrm>
            <a:off x="7795500" y="4540387"/>
            <a:ext cx="3042400" cy="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8" name="Google Shape;1128;p25"/>
          <p:cNvSpPr txBox="1">
            <a:spLocks noGrp="1"/>
          </p:cNvSpPr>
          <p:nvPr>
            <p:ph type="subTitle" idx="5"/>
          </p:nvPr>
        </p:nvSpPr>
        <p:spPr>
          <a:xfrm flipH="1">
            <a:off x="4574819" y="38907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9" name="Google Shape;1129;p25"/>
          <p:cNvSpPr txBox="1">
            <a:spLocks noGrp="1"/>
          </p:cNvSpPr>
          <p:nvPr>
            <p:ph type="subTitle" idx="6"/>
          </p:nvPr>
        </p:nvSpPr>
        <p:spPr>
          <a:xfrm>
            <a:off x="1354067" y="4540387"/>
            <a:ext cx="3042400" cy="6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0" name="Google Shape;1130;p25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131" name="Google Shape;1131;p25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>
            <a:off x="-203201" y="5052633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2" name="Google Shape;1132;p25"/>
          <p:cNvGrpSpPr/>
          <p:nvPr/>
        </p:nvGrpSpPr>
        <p:grpSpPr>
          <a:xfrm>
            <a:off x="522485" y="5133427"/>
            <a:ext cx="385560" cy="379624"/>
            <a:chOff x="426000" y="3302025"/>
            <a:chExt cx="220875" cy="217475"/>
          </a:xfrm>
        </p:grpSpPr>
        <p:sp>
          <p:nvSpPr>
            <p:cNvPr id="1133" name="Google Shape;1133;p25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4" name="Google Shape;1134;p25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135" name="Google Shape;1135;p25"/>
          <p:cNvGrpSpPr/>
          <p:nvPr/>
        </p:nvGrpSpPr>
        <p:grpSpPr>
          <a:xfrm>
            <a:off x="476951" y="1512500"/>
            <a:ext cx="476605" cy="1275072"/>
            <a:chOff x="357713" y="600975"/>
            <a:chExt cx="357454" cy="956304"/>
          </a:xfrm>
        </p:grpSpPr>
        <p:sp>
          <p:nvSpPr>
            <p:cNvPr id="1136" name="Google Shape;1136;p25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7" name="Google Shape;1137;p25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8" name="Google Shape;1138;p25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9" name="Google Shape;1139;p25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140" name="Google Shape;1140;p25"/>
          <p:cNvGrpSpPr/>
          <p:nvPr/>
        </p:nvGrpSpPr>
        <p:grpSpPr>
          <a:xfrm>
            <a:off x="11016187" y="5167994"/>
            <a:ext cx="2620385" cy="689413"/>
            <a:chOff x="3539975" y="3523525"/>
            <a:chExt cx="745925" cy="196250"/>
          </a:xfrm>
        </p:grpSpPr>
        <p:sp>
          <p:nvSpPr>
            <p:cNvPr id="1141" name="Google Shape;1141;p25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2" name="Google Shape;1142;p25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3" name="Google Shape;1143;p25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4" name="Google Shape;1144;p25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5" name="Google Shape;1145;p25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6" name="Google Shape;1146;p25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7" name="Google Shape;1147;p25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8" name="Google Shape;1148;p25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9" name="Google Shape;1149;p25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0" name="Google Shape;1150;p25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1" name="Google Shape;1151;p25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2" name="Google Shape;1152;p25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3" name="Google Shape;1153;p25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4" name="Google Shape;1154;p25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5" name="Google Shape;1155;p25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6" name="Google Shape;1156;p25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157" name="Google Shape;1157;p25"/>
          <p:cNvSpPr/>
          <p:nvPr/>
        </p:nvSpPr>
        <p:spPr>
          <a:xfrm>
            <a:off x="583718" y="3354947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419316800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26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26"/>
          <p:cNvSpPr txBox="1">
            <a:spLocks noGrp="1"/>
          </p:cNvSpPr>
          <p:nvPr>
            <p:ph type="subTitle" idx="1"/>
          </p:nvPr>
        </p:nvSpPr>
        <p:spPr>
          <a:xfrm>
            <a:off x="3154200" y="1592751"/>
            <a:ext cx="588360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1" name="Google Shape;1161;p26"/>
          <p:cNvSpPr txBox="1">
            <a:spLocks noGrp="1"/>
          </p:cNvSpPr>
          <p:nvPr>
            <p:ph type="subTitle" idx="2"/>
          </p:nvPr>
        </p:nvSpPr>
        <p:spPr>
          <a:xfrm>
            <a:off x="3154200" y="3481167"/>
            <a:ext cx="588360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2" name="Google Shape;1162;p26"/>
          <p:cNvSpPr txBox="1">
            <a:spLocks noGrp="1"/>
          </p:cNvSpPr>
          <p:nvPr>
            <p:ph type="subTitle" idx="3"/>
          </p:nvPr>
        </p:nvSpPr>
        <p:spPr>
          <a:xfrm>
            <a:off x="3154200" y="5369584"/>
            <a:ext cx="5883600" cy="7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163" name="Google Shape;1163;p26"/>
          <p:cNvGrpSpPr/>
          <p:nvPr/>
        </p:nvGrpSpPr>
        <p:grpSpPr>
          <a:xfrm flipH="1">
            <a:off x="-1013749" y="5450927"/>
            <a:ext cx="2620385" cy="689413"/>
            <a:chOff x="3539975" y="3523525"/>
            <a:chExt cx="745925" cy="196250"/>
          </a:xfrm>
        </p:grpSpPr>
        <p:sp>
          <p:nvSpPr>
            <p:cNvPr id="1164" name="Google Shape;1164;p2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5" name="Google Shape;1165;p2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180" name="Google Shape;1180;p26"/>
          <p:cNvGrpSpPr/>
          <p:nvPr/>
        </p:nvGrpSpPr>
        <p:grpSpPr>
          <a:xfrm>
            <a:off x="991584" y="2153933"/>
            <a:ext cx="476605" cy="1275072"/>
            <a:chOff x="357713" y="600975"/>
            <a:chExt cx="357454" cy="956304"/>
          </a:xfrm>
        </p:grpSpPr>
        <p:sp>
          <p:nvSpPr>
            <p:cNvPr id="1181" name="Google Shape;1181;p26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3" name="Google Shape;1183;p26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4" name="Google Shape;1184;p26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185" name="Google Shape;1185;p26"/>
          <p:cNvSpPr txBox="1">
            <a:spLocks noGrp="1"/>
          </p:cNvSpPr>
          <p:nvPr>
            <p:ph type="title" hasCustomPrompt="1"/>
          </p:nvPr>
        </p:nvSpPr>
        <p:spPr>
          <a:xfrm>
            <a:off x="3154200" y="760416"/>
            <a:ext cx="5883600" cy="832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86" name="Google Shape;1186;p26"/>
          <p:cNvSpPr txBox="1">
            <a:spLocks noGrp="1"/>
          </p:cNvSpPr>
          <p:nvPr>
            <p:ph type="title" idx="4" hasCustomPrompt="1"/>
          </p:nvPr>
        </p:nvSpPr>
        <p:spPr>
          <a:xfrm>
            <a:off x="3154200" y="2640049"/>
            <a:ext cx="5883600" cy="832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87" name="Google Shape;1187;p26"/>
          <p:cNvSpPr txBox="1">
            <a:spLocks noGrp="1"/>
          </p:cNvSpPr>
          <p:nvPr>
            <p:ph type="title" idx="5" hasCustomPrompt="1"/>
          </p:nvPr>
        </p:nvSpPr>
        <p:spPr>
          <a:xfrm>
            <a:off x="3154200" y="4519749"/>
            <a:ext cx="5883600" cy="832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pic>
        <p:nvPicPr>
          <p:cNvPr id="1188" name="Google Shape;118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8919" y="-13864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55515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2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27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92" name="Google Shape;1192;p27"/>
          <p:cNvSpPr txBox="1">
            <a:spLocks noGrp="1"/>
          </p:cNvSpPr>
          <p:nvPr>
            <p:ph type="subTitle" idx="1"/>
          </p:nvPr>
        </p:nvSpPr>
        <p:spPr>
          <a:xfrm flipH="1">
            <a:off x="1354100" y="31795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3" name="Google Shape;1193;p27"/>
          <p:cNvSpPr txBox="1">
            <a:spLocks noGrp="1"/>
          </p:cNvSpPr>
          <p:nvPr>
            <p:ph type="subTitle" idx="2"/>
          </p:nvPr>
        </p:nvSpPr>
        <p:spPr>
          <a:xfrm>
            <a:off x="4574784" y="3829208"/>
            <a:ext cx="3042400" cy="10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4" name="Google Shape;1194;p27"/>
          <p:cNvSpPr txBox="1">
            <a:spLocks noGrp="1"/>
          </p:cNvSpPr>
          <p:nvPr>
            <p:ph type="subTitle" idx="3"/>
          </p:nvPr>
        </p:nvSpPr>
        <p:spPr>
          <a:xfrm>
            <a:off x="7795536" y="31795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5" name="Google Shape;1195;p27"/>
          <p:cNvSpPr txBox="1">
            <a:spLocks noGrp="1"/>
          </p:cNvSpPr>
          <p:nvPr>
            <p:ph type="subTitle" idx="4"/>
          </p:nvPr>
        </p:nvSpPr>
        <p:spPr>
          <a:xfrm>
            <a:off x="7795500" y="3829208"/>
            <a:ext cx="3042400" cy="10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6" name="Google Shape;1196;p27"/>
          <p:cNvSpPr txBox="1">
            <a:spLocks noGrp="1"/>
          </p:cNvSpPr>
          <p:nvPr>
            <p:ph type="subTitle" idx="5"/>
          </p:nvPr>
        </p:nvSpPr>
        <p:spPr>
          <a:xfrm flipH="1">
            <a:off x="4574819" y="3179591"/>
            <a:ext cx="3042400" cy="4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7" name="Google Shape;1197;p27"/>
          <p:cNvSpPr txBox="1">
            <a:spLocks noGrp="1"/>
          </p:cNvSpPr>
          <p:nvPr>
            <p:ph type="subTitle" idx="6"/>
          </p:nvPr>
        </p:nvSpPr>
        <p:spPr>
          <a:xfrm>
            <a:off x="1354067" y="3829208"/>
            <a:ext cx="3042400" cy="10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8" name="Google Shape;1198;p27"/>
          <p:cNvSpPr txBox="1">
            <a:spLocks noGrp="1"/>
          </p:cNvSpPr>
          <p:nvPr>
            <p:ph type="title" idx="7" hasCustomPrompt="1"/>
          </p:nvPr>
        </p:nvSpPr>
        <p:spPr>
          <a:xfrm>
            <a:off x="1354067" y="2308900"/>
            <a:ext cx="3042400" cy="68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199" name="Google Shape;1199;p27"/>
          <p:cNvSpPr txBox="1">
            <a:spLocks noGrp="1"/>
          </p:cNvSpPr>
          <p:nvPr>
            <p:ph type="title" idx="8" hasCustomPrompt="1"/>
          </p:nvPr>
        </p:nvSpPr>
        <p:spPr>
          <a:xfrm>
            <a:off x="4574800" y="2314000"/>
            <a:ext cx="3042400" cy="68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sp>
        <p:nvSpPr>
          <p:cNvPr id="1200" name="Google Shape;1200;p27"/>
          <p:cNvSpPr txBox="1">
            <a:spLocks noGrp="1"/>
          </p:cNvSpPr>
          <p:nvPr>
            <p:ph type="title" idx="9" hasCustomPrompt="1"/>
          </p:nvPr>
        </p:nvSpPr>
        <p:spPr>
          <a:xfrm>
            <a:off x="7795533" y="2308684"/>
            <a:ext cx="3042400" cy="68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4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t>xx%</a:t>
            </a:r>
          </a:p>
        </p:txBody>
      </p:sp>
      <p:pic>
        <p:nvPicPr>
          <p:cNvPr id="1201" name="Google Shape;1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368" y="53291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27"/>
          <p:cNvGrpSpPr/>
          <p:nvPr/>
        </p:nvGrpSpPr>
        <p:grpSpPr>
          <a:xfrm>
            <a:off x="11155421" y="4470694"/>
            <a:ext cx="2620385" cy="689413"/>
            <a:chOff x="3539975" y="3523525"/>
            <a:chExt cx="745925" cy="196250"/>
          </a:xfrm>
        </p:grpSpPr>
        <p:sp>
          <p:nvSpPr>
            <p:cNvPr id="1203" name="Google Shape;1203;p2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19" name="Google Shape;1219;p27"/>
          <p:cNvSpPr/>
          <p:nvPr/>
        </p:nvSpPr>
        <p:spPr>
          <a:xfrm>
            <a:off x="344918" y="3010447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4971837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28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28"/>
          <p:cNvSpPr txBox="1">
            <a:spLocks noGrp="1"/>
          </p:cNvSpPr>
          <p:nvPr>
            <p:ph type="title" hasCustomPrompt="1"/>
          </p:nvPr>
        </p:nvSpPr>
        <p:spPr>
          <a:xfrm>
            <a:off x="2259000" y="3834884"/>
            <a:ext cx="7674000" cy="131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23" name="Google Shape;1223;p28"/>
          <p:cNvSpPr txBox="1">
            <a:spLocks noGrp="1"/>
          </p:cNvSpPr>
          <p:nvPr>
            <p:ph type="subTitle" idx="1"/>
          </p:nvPr>
        </p:nvSpPr>
        <p:spPr>
          <a:xfrm>
            <a:off x="2259000" y="2953843"/>
            <a:ext cx="7674000" cy="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224" name="Google Shape;1224;p28"/>
          <p:cNvGrpSpPr/>
          <p:nvPr/>
        </p:nvGrpSpPr>
        <p:grpSpPr>
          <a:xfrm flipH="1">
            <a:off x="-769683" y="5305860"/>
            <a:ext cx="2620385" cy="689413"/>
            <a:chOff x="3539975" y="3523525"/>
            <a:chExt cx="745925" cy="196250"/>
          </a:xfrm>
        </p:grpSpPr>
        <p:sp>
          <p:nvSpPr>
            <p:cNvPr id="1225" name="Google Shape;1225;p2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41" name="Google Shape;1241;p28"/>
          <p:cNvSpPr txBox="1">
            <a:spLocks noGrp="1"/>
          </p:cNvSpPr>
          <p:nvPr>
            <p:ph type="title" idx="2" hasCustomPrompt="1"/>
          </p:nvPr>
        </p:nvSpPr>
        <p:spPr>
          <a:xfrm>
            <a:off x="2259000" y="1443333"/>
            <a:ext cx="7674000" cy="1310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8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42" name="Google Shape;1242;p28"/>
          <p:cNvSpPr txBox="1">
            <a:spLocks noGrp="1"/>
          </p:cNvSpPr>
          <p:nvPr>
            <p:ph type="subTitle" idx="3"/>
          </p:nvPr>
        </p:nvSpPr>
        <p:spPr>
          <a:xfrm>
            <a:off x="2259000" y="5344932"/>
            <a:ext cx="7674000" cy="38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28966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2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29"/>
          <p:cNvSpPr txBox="1">
            <a:spLocks noGrp="1"/>
          </p:cNvSpPr>
          <p:nvPr>
            <p:ph type="subTitle" idx="1"/>
          </p:nvPr>
        </p:nvSpPr>
        <p:spPr>
          <a:xfrm>
            <a:off x="6448412" y="2459707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6" name="Google Shape;1246;p29"/>
          <p:cNvSpPr txBox="1">
            <a:spLocks noGrp="1"/>
          </p:cNvSpPr>
          <p:nvPr>
            <p:ph type="subTitle" idx="2"/>
          </p:nvPr>
        </p:nvSpPr>
        <p:spPr>
          <a:xfrm>
            <a:off x="6448400" y="2929933"/>
            <a:ext cx="4640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7" name="Google Shape;1247;p29"/>
          <p:cNvSpPr txBox="1">
            <a:spLocks noGrp="1"/>
          </p:cNvSpPr>
          <p:nvPr>
            <p:ph type="subTitle" idx="3"/>
          </p:nvPr>
        </p:nvSpPr>
        <p:spPr>
          <a:xfrm>
            <a:off x="6448407" y="3777640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8" name="Google Shape;1248;p29"/>
          <p:cNvSpPr txBox="1">
            <a:spLocks noGrp="1"/>
          </p:cNvSpPr>
          <p:nvPr>
            <p:ph type="subTitle" idx="4"/>
          </p:nvPr>
        </p:nvSpPr>
        <p:spPr>
          <a:xfrm>
            <a:off x="6448404" y="4247867"/>
            <a:ext cx="4640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49" name="Google Shape;1249;p29"/>
          <p:cNvSpPr txBox="1">
            <a:spLocks noGrp="1"/>
          </p:cNvSpPr>
          <p:nvPr>
            <p:ph type="subTitle" idx="5"/>
          </p:nvPr>
        </p:nvSpPr>
        <p:spPr>
          <a:xfrm>
            <a:off x="1557196" y="1800740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0" name="Google Shape;1250;p29"/>
          <p:cNvSpPr txBox="1">
            <a:spLocks noGrp="1"/>
          </p:cNvSpPr>
          <p:nvPr>
            <p:ph type="subTitle" idx="6"/>
          </p:nvPr>
        </p:nvSpPr>
        <p:spPr>
          <a:xfrm>
            <a:off x="1557203" y="2270967"/>
            <a:ext cx="4640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1" name="Google Shape;1251;p29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2" name="Google Shape;1252;p29"/>
          <p:cNvSpPr txBox="1">
            <a:spLocks noGrp="1"/>
          </p:cNvSpPr>
          <p:nvPr>
            <p:ph type="subTitle" idx="7"/>
          </p:nvPr>
        </p:nvSpPr>
        <p:spPr>
          <a:xfrm>
            <a:off x="1557212" y="4436607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3" name="Google Shape;1253;p29"/>
          <p:cNvSpPr txBox="1">
            <a:spLocks noGrp="1"/>
          </p:cNvSpPr>
          <p:nvPr>
            <p:ph type="subTitle" idx="8"/>
          </p:nvPr>
        </p:nvSpPr>
        <p:spPr>
          <a:xfrm>
            <a:off x="1557200" y="4906833"/>
            <a:ext cx="4640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4" name="Google Shape;1254;p29"/>
          <p:cNvSpPr txBox="1">
            <a:spLocks noGrp="1"/>
          </p:cNvSpPr>
          <p:nvPr>
            <p:ph type="subTitle" idx="9"/>
          </p:nvPr>
        </p:nvSpPr>
        <p:spPr>
          <a:xfrm>
            <a:off x="1557196" y="3118673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5" name="Google Shape;1255;p29"/>
          <p:cNvSpPr txBox="1">
            <a:spLocks noGrp="1"/>
          </p:cNvSpPr>
          <p:nvPr>
            <p:ph type="subTitle" idx="13"/>
          </p:nvPr>
        </p:nvSpPr>
        <p:spPr>
          <a:xfrm>
            <a:off x="1557203" y="3588900"/>
            <a:ext cx="4640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256" name="Google Shape;12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368" y="53291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7" name="Google Shape;1257;p29"/>
          <p:cNvGrpSpPr/>
          <p:nvPr/>
        </p:nvGrpSpPr>
        <p:grpSpPr>
          <a:xfrm>
            <a:off x="522485" y="5133427"/>
            <a:ext cx="385560" cy="379624"/>
            <a:chOff x="426000" y="3302025"/>
            <a:chExt cx="220875" cy="217475"/>
          </a:xfrm>
        </p:grpSpPr>
        <p:sp>
          <p:nvSpPr>
            <p:cNvPr id="1258" name="Google Shape;1258;p29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59" name="Google Shape;1259;p2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260" name="Google Shape;1260;p29"/>
          <p:cNvGrpSpPr/>
          <p:nvPr/>
        </p:nvGrpSpPr>
        <p:grpSpPr>
          <a:xfrm>
            <a:off x="476951" y="1410900"/>
            <a:ext cx="476605" cy="1275072"/>
            <a:chOff x="357713" y="600975"/>
            <a:chExt cx="357454" cy="956304"/>
          </a:xfrm>
        </p:grpSpPr>
        <p:sp>
          <p:nvSpPr>
            <p:cNvPr id="1261" name="Google Shape;1261;p29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2" name="Google Shape;1262;p29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3" name="Google Shape;1263;p29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4" name="Google Shape;1264;p29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265" name="Google Shape;1265;p29"/>
          <p:cNvGrpSpPr/>
          <p:nvPr/>
        </p:nvGrpSpPr>
        <p:grpSpPr>
          <a:xfrm>
            <a:off x="11155421" y="4470694"/>
            <a:ext cx="2620385" cy="689413"/>
            <a:chOff x="3539975" y="3523525"/>
            <a:chExt cx="745925" cy="196250"/>
          </a:xfrm>
        </p:grpSpPr>
        <p:sp>
          <p:nvSpPr>
            <p:cNvPr id="1266" name="Google Shape;1266;p2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7" name="Google Shape;1267;p2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8" name="Google Shape;1268;p2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4" name="Google Shape;1274;p2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5" name="Google Shape;1275;p2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6" name="Google Shape;1276;p2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7" name="Google Shape;1277;p2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8" name="Google Shape;1278;p2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9" name="Google Shape;1279;p2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80" name="Google Shape;1280;p2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81" name="Google Shape;1281;p2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82" name="Google Shape;1282;p29"/>
          <p:cNvSpPr/>
          <p:nvPr/>
        </p:nvSpPr>
        <p:spPr>
          <a:xfrm>
            <a:off x="344918" y="3518447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85462821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Title and five columns 1"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4" name="Google Shape;1284;p3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30"/>
          <p:cNvSpPr txBox="1">
            <a:spLocks noGrp="1"/>
          </p:cNvSpPr>
          <p:nvPr>
            <p:ph type="subTitle" idx="1"/>
          </p:nvPr>
        </p:nvSpPr>
        <p:spPr>
          <a:xfrm flipH="1">
            <a:off x="8788356" y="2188567"/>
            <a:ext cx="24088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6" name="Google Shape;1286;p30"/>
          <p:cNvSpPr txBox="1">
            <a:spLocks noGrp="1"/>
          </p:cNvSpPr>
          <p:nvPr>
            <p:ph type="subTitle" idx="2"/>
          </p:nvPr>
        </p:nvSpPr>
        <p:spPr>
          <a:xfrm flipH="1">
            <a:off x="8788365" y="2807833"/>
            <a:ext cx="24088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7" name="Google Shape;1287;p30"/>
          <p:cNvSpPr txBox="1">
            <a:spLocks noGrp="1"/>
          </p:cNvSpPr>
          <p:nvPr>
            <p:ph type="subTitle" idx="3"/>
          </p:nvPr>
        </p:nvSpPr>
        <p:spPr>
          <a:xfrm flipH="1">
            <a:off x="1295791" y="2188567"/>
            <a:ext cx="24088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8" name="Google Shape;1288;p30"/>
          <p:cNvSpPr txBox="1">
            <a:spLocks noGrp="1"/>
          </p:cNvSpPr>
          <p:nvPr>
            <p:ph type="subTitle" idx="4"/>
          </p:nvPr>
        </p:nvSpPr>
        <p:spPr>
          <a:xfrm flipH="1">
            <a:off x="1295799" y="2807833"/>
            <a:ext cx="24088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9" name="Google Shape;1289;p30"/>
          <p:cNvSpPr txBox="1">
            <a:spLocks noGrp="1"/>
          </p:cNvSpPr>
          <p:nvPr>
            <p:ph type="subTitle" idx="5"/>
          </p:nvPr>
        </p:nvSpPr>
        <p:spPr>
          <a:xfrm>
            <a:off x="5042073" y="2188567"/>
            <a:ext cx="24088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0" name="Google Shape;1290;p30"/>
          <p:cNvSpPr txBox="1">
            <a:spLocks noGrp="1"/>
          </p:cNvSpPr>
          <p:nvPr>
            <p:ph type="subTitle" idx="6"/>
          </p:nvPr>
        </p:nvSpPr>
        <p:spPr>
          <a:xfrm>
            <a:off x="5042083" y="2807833"/>
            <a:ext cx="24088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1" name="Google Shape;1291;p30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2" name="Google Shape;1292;p30"/>
          <p:cNvSpPr txBox="1">
            <a:spLocks noGrp="1"/>
          </p:cNvSpPr>
          <p:nvPr>
            <p:ph type="subTitle" idx="7"/>
          </p:nvPr>
        </p:nvSpPr>
        <p:spPr>
          <a:xfrm>
            <a:off x="6915215" y="3811300"/>
            <a:ext cx="24088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3" name="Google Shape;1293;p30"/>
          <p:cNvSpPr txBox="1">
            <a:spLocks noGrp="1"/>
          </p:cNvSpPr>
          <p:nvPr>
            <p:ph type="subTitle" idx="8"/>
          </p:nvPr>
        </p:nvSpPr>
        <p:spPr>
          <a:xfrm>
            <a:off x="6915224" y="4430567"/>
            <a:ext cx="24088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4" name="Google Shape;1294;p30"/>
          <p:cNvSpPr txBox="1">
            <a:spLocks noGrp="1"/>
          </p:cNvSpPr>
          <p:nvPr>
            <p:ph type="subTitle" idx="9"/>
          </p:nvPr>
        </p:nvSpPr>
        <p:spPr>
          <a:xfrm>
            <a:off x="3168932" y="3811300"/>
            <a:ext cx="24088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5" name="Google Shape;1295;p30"/>
          <p:cNvSpPr txBox="1">
            <a:spLocks noGrp="1"/>
          </p:cNvSpPr>
          <p:nvPr>
            <p:ph type="subTitle" idx="13"/>
          </p:nvPr>
        </p:nvSpPr>
        <p:spPr>
          <a:xfrm>
            <a:off x="3168940" y="4430567"/>
            <a:ext cx="24088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296" name="Google Shape;12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350534" y="5003033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7" name="Google Shape;1297;p30"/>
          <p:cNvGrpSpPr/>
          <p:nvPr/>
        </p:nvGrpSpPr>
        <p:grpSpPr>
          <a:xfrm rot="10800000" flipH="1">
            <a:off x="534269" y="1918900"/>
            <a:ext cx="377776" cy="379624"/>
            <a:chOff x="432750" y="3302025"/>
            <a:chExt cx="216416" cy="217475"/>
          </a:xfrm>
        </p:grpSpPr>
        <p:sp>
          <p:nvSpPr>
            <p:cNvPr id="1298" name="Google Shape;1298;p30"/>
            <p:cNvSpPr/>
            <p:nvPr/>
          </p:nvSpPr>
          <p:spPr>
            <a:xfrm>
              <a:off x="435041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99" name="Google Shape;1299;p30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300" name="Google Shape;1300;p30"/>
          <p:cNvGrpSpPr/>
          <p:nvPr/>
        </p:nvGrpSpPr>
        <p:grpSpPr>
          <a:xfrm rot="10800000" flipH="1">
            <a:off x="476951" y="3831580"/>
            <a:ext cx="476605" cy="1275072"/>
            <a:chOff x="357713" y="600975"/>
            <a:chExt cx="357454" cy="956304"/>
          </a:xfrm>
        </p:grpSpPr>
        <p:sp>
          <p:nvSpPr>
            <p:cNvPr id="1301" name="Google Shape;1301;p3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2" name="Google Shape;1302;p3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3" name="Google Shape;1303;p3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4" name="Google Shape;1304;p3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305" name="Google Shape;1305;p30"/>
          <p:cNvGrpSpPr/>
          <p:nvPr/>
        </p:nvGrpSpPr>
        <p:grpSpPr>
          <a:xfrm>
            <a:off x="10685085" y="-1065604"/>
            <a:ext cx="2692235" cy="2692235"/>
            <a:chOff x="1943325" y="-220375"/>
            <a:chExt cx="1298672" cy="1298672"/>
          </a:xfrm>
        </p:grpSpPr>
        <p:sp>
          <p:nvSpPr>
            <p:cNvPr id="1306" name="Google Shape;1306;p3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7" name="Google Shape;1307;p3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8" name="Google Shape;1308;p3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09" name="Google Shape;1309;p3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0" name="Google Shape;1310;p3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1" name="Google Shape;1311;p3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2" name="Google Shape;1312;p3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3" name="Google Shape;1313;p3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4" name="Google Shape;1314;p3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5" name="Google Shape;1315;p3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6" name="Google Shape;1316;p3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7" name="Google Shape;1317;p3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8" name="Google Shape;1318;p3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19" name="Google Shape;1319;p3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0" name="Google Shape;1320;p3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1" name="Google Shape;1321;p3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2" name="Google Shape;1322;p3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3" name="Google Shape;1323;p3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4" name="Google Shape;1324;p3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5" name="Google Shape;1325;p3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6" name="Google Shape;1326;p3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7" name="Google Shape;1327;p3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8" name="Google Shape;1328;p3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29" name="Google Shape;1329;p3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0" name="Google Shape;1330;p3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1" name="Google Shape;1331;p3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2" name="Google Shape;1332;p3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3" name="Google Shape;1333;p3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4" name="Google Shape;1334;p3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5" name="Google Shape;1335;p3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6" name="Google Shape;1336;p3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7" name="Google Shape;1337;p3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8" name="Google Shape;1338;p3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39" name="Google Shape;1339;p3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0" name="Google Shape;1340;p3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1" name="Google Shape;1341;p3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2" name="Google Shape;1342;p3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3" name="Google Shape;1343;p3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4" name="Google Shape;1344;p3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5" name="Google Shape;1345;p3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6" name="Google Shape;1346;p3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7" name="Google Shape;1347;p3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8" name="Google Shape;1348;p3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9" name="Google Shape;1349;p3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0" name="Google Shape;1350;p3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1" name="Google Shape;1351;p3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2" name="Google Shape;1352;p3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3" name="Google Shape;1353;p3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10325254" y="4605427"/>
            <a:ext cx="2620385" cy="689413"/>
            <a:chOff x="3539975" y="3523525"/>
            <a:chExt cx="745925" cy="196250"/>
          </a:xfrm>
        </p:grpSpPr>
        <p:sp>
          <p:nvSpPr>
            <p:cNvPr id="1355" name="Google Shape;1355;p30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6" name="Google Shape;1356;p30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7" name="Google Shape;1357;p30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8" name="Google Shape;1358;p30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9" name="Google Shape;1359;p30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0" name="Google Shape;1360;p30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1" name="Google Shape;1361;p30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2" name="Google Shape;1362;p30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3" name="Google Shape;1363;p30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4" name="Google Shape;1364;p30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5" name="Google Shape;1365;p30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6" name="Google Shape;1366;p30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7" name="Google Shape;1367;p30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8" name="Google Shape;1368;p30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9" name="Google Shape;1369;p30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70" name="Google Shape;1370;p30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1686566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3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1"/>
          <p:cNvSpPr txBox="1">
            <a:spLocks noGrp="1"/>
          </p:cNvSpPr>
          <p:nvPr>
            <p:ph type="subTitle" idx="1"/>
          </p:nvPr>
        </p:nvSpPr>
        <p:spPr>
          <a:xfrm>
            <a:off x="4584791" y="1985367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4" name="Google Shape;1374;p31"/>
          <p:cNvSpPr txBox="1">
            <a:spLocks noGrp="1"/>
          </p:cNvSpPr>
          <p:nvPr>
            <p:ph type="subTitle" idx="2"/>
          </p:nvPr>
        </p:nvSpPr>
        <p:spPr>
          <a:xfrm>
            <a:off x="4584779" y="2604633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5" name="Google Shape;1375;p31"/>
          <p:cNvSpPr txBox="1">
            <a:spLocks noGrp="1"/>
          </p:cNvSpPr>
          <p:nvPr>
            <p:ph type="subTitle" idx="3"/>
          </p:nvPr>
        </p:nvSpPr>
        <p:spPr>
          <a:xfrm>
            <a:off x="7873973" y="1985367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6" name="Google Shape;1376;p31"/>
          <p:cNvSpPr txBox="1">
            <a:spLocks noGrp="1"/>
          </p:cNvSpPr>
          <p:nvPr>
            <p:ph type="subTitle" idx="4"/>
          </p:nvPr>
        </p:nvSpPr>
        <p:spPr>
          <a:xfrm>
            <a:off x="7873963" y="2604633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7" name="Google Shape;1377;p31"/>
          <p:cNvSpPr txBox="1">
            <a:spLocks noGrp="1"/>
          </p:cNvSpPr>
          <p:nvPr>
            <p:ph type="subTitle" idx="5"/>
          </p:nvPr>
        </p:nvSpPr>
        <p:spPr>
          <a:xfrm>
            <a:off x="1295608" y="1985367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8" name="Google Shape;1378;p31"/>
          <p:cNvSpPr txBox="1">
            <a:spLocks noGrp="1"/>
          </p:cNvSpPr>
          <p:nvPr>
            <p:ph type="subTitle" idx="6"/>
          </p:nvPr>
        </p:nvSpPr>
        <p:spPr>
          <a:xfrm>
            <a:off x="1295596" y="2604633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79" name="Google Shape;1379;p31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80" name="Google Shape;1380;p31"/>
          <p:cNvSpPr txBox="1">
            <a:spLocks noGrp="1"/>
          </p:cNvSpPr>
          <p:nvPr>
            <p:ph type="subTitle" idx="7"/>
          </p:nvPr>
        </p:nvSpPr>
        <p:spPr>
          <a:xfrm>
            <a:off x="4584821" y="3912900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1" name="Google Shape;1381;p31"/>
          <p:cNvSpPr txBox="1">
            <a:spLocks noGrp="1"/>
          </p:cNvSpPr>
          <p:nvPr>
            <p:ph type="subTitle" idx="8"/>
          </p:nvPr>
        </p:nvSpPr>
        <p:spPr>
          <a:xfrm>
            <a:off x="4584809" y="4532167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2" name="Google Shape;1382;p31"/>
          <p:cNvSpPr txBox="1">
            <a:spLocks noGrp="1"/>
          </p:cNvSpPr>
          <p:nvPr>
            <p:ph type="subTitle" idx="9"/>
          </p:nvPr>
        </p:nvSpPr>
        <p:spPr>
          <a:xfrm>
            <a:off x="7874004" y="3912900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3" name="Google Shape;1383;p31"/>
          <p:cNvSpPr txBox="1">
            <a:spLocks noGrp="1"/>
          </p:cNvSpPr>
          <p:nvPr>
            <p:ph type="subTitle" idx="13"/>
          </p:nvPr>
        </p:nvSpPr>
        <p:spPr>
          <a:xfrm>
            <a:off x="7873993" y="4532167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4" name="Google Shape;1384;p31"/>
          <p:cNvSpPr txBox="1">
            <a:spLocks noGrp="1"/>
          </p:cNvSpPr>
          <p:nvPr>
            <p:ph type="subTitle" idx="14"/>
          </p:nvPr>
        </p:nvSpPr>
        <p:spPr>
          <a:xfrm>
            <a:off x="1295639" y="3912900"/>
            <a:ext cx="3022400" cy="5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85" name="Google Shape;1385;p31"/>
          <p:cNvSpPr txBox="1">
            <a:spLocks noGrp="1"/>
          </p:cNvSpPr>
          <p:nvPr>
            <p:ph type="subTitle" idx="15"/>
          </p:nvPr>
        </p:nvSpPr>
        <p:spPr>
          <a:xfrm>
            <a:off x="1295627" y="4532167"/>
            <a:ext cx="3022400" cy="10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386" name="Google Shape;13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6368" y="53291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31"/>
          <p:cNvGrpSpPr/>
          <p:nvPr/>
        </p:nvGrpSpPr>
        <p:grpSpPr>
          <a:xfrm>
            <a:off x="522485" y="5133427"/>
            <a:ext cx="385560" cy="379624"/>
            <a:chOff x="426000" y="3302025"/>
            <a:chExt cx="220875" cy="217475"/>
          </a:xfrm>
        </p:grpSpPr>
        <p:sp>
          <p:nvSpPr>
            <p:cNvPr id="1388" name="Google Shape;1388;p3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89" name="Google Shape;1389;p3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390" name="Google Shape;1390;p31"/>
          <p:cNvGrpSpPr/>
          <p:nvPr/>
        </p:nvGrpSpPr>
        <p:grpSpPr>
          <a:xfrm>
            <a:off x="476951" y="1410900"/>
            <a:ext cx="476605" cy="1275072"/>
            <a:chOff x="357713" y="600975"/>
            <a:chExt cx="357454" cy="956304"/>
          </a:xfrm>
        </p:grpSpPr>
        <p:sp>
          <p:nvSpPr>
            <p:cNvPr id="1391" name="Google Shape;1391;p3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2" name="Google Shape;1392;p3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3" name="Google Shape;1393;p3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4" name="Google Shape;1394;p3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395" name="Google Shape;1395;p31"/>
          <p:cNvGrpSpPr/>
          <p:nvPr/>
        </p:nvGrpSpPr>
        <p:grpSpPr>
          <a:xfrm>
            <a:off x="11155421" y="4470694"/>
            <a:ext cx="2620385" cy="689413"/>
            <a:chOff x="3539975" y="3523525"/>
            <a:chExt cx="745925" cy="196250"/>
          </a:xfrm>
        </p:grpSpPr>
        <p:sp>
          <p:nvSpPr>
            <p:cNvPr id="1396" name="Google Shape;1396;p3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7" name="Google Shape;1397;p3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8" name="Google Shape;1398;p3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9" name="Google Shape;1399;p3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0" name="Google Shape;1400;p3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1" name="Google Shape;1401;p3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2" name="Google Shape;1402;p3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3" name="Google Shape;1403;p3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4" name="Google Shape;1404;p3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5" name="Google Shape;1405;p3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6" name="Google Shape;1406;p3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7" name="Google Shape;1407;p3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8" name="Google Shape;1408;p3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9" name="Google Shape;1409;p3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10" name="Google Shape;1410;p3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11" name="Google Shape;1411;p3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412" name="Google Shape;1412;p31"/>
          <p:cNvSpPr/>
          <p:nvPr/>
        </p:nvSpPr>
        <p:spPr>
          <a:xfrm>
            <a:off x="344918" y="3518447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5000098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4" name="Google Shape;1414;p3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32"/>
          <p:cNvSpPr txBox="1">
            <a:spLocks noGrp="1"/>
          </p:cNvSpPr>
          <p:nvPr>
            <p:ph type="title"/>
          </p:nvPr>
        </p:nvSpPr>
        <p:spPr>
          <a:xfrm>
            <a:off x="7840267" y="2060009"/>
            <a:ext cx="3397600" cy="1059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16" name="Google Shape;1416;p32"/>
          <p:cNvSpPr txBox="1">
            <a:spLocks noGrp="1"/>
          </p:cNvSpPr>
          <p:nvPr>
            <p:ph type="subTitle" idx="1"/>
          </p:nvPr>
        </p:nvSpPr>
        <p:spPr>
          <a:xfrm>
            <a:off x="6096000" y="3288933"/>
            <a:ext cx="5141600" cy="17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417" name="Google Shape;141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6702" y="-1477907"/>
            <a:ext cx="3644900" cy="38666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8" name="Google Shape;1418;p32"/>
          <p:cNvGrpSpPr/>
          <p:nvPr/>
        </p:nvGrpSpPr>
        <p:grpSpPr>
          <a:xfrm>
            <a:off x="5457943" y="5233933"/>
            <a:ext cx="1386541" cy="906400"/>
            <a:chOff x="4082325" y="3790650"/>
            <a:chExt cx="1039906" cy="679800"/>
          </a:xfrm>
        </p:grpSpPr>
        <p:sp>
          <p:nvSpPr>
            <p:cNvPr id="1419" name="Google Shape;1419;p32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22" name="Google Shape;1422;p32"/>
          <p:cNvGrpSpPr/>
          <p:nvPr/>
        </p:nvGrpSpPr>
        <p:grpSpPr>
          <a:xfrm>
            <a:off x="10051795" y="5361996"/>
            <a:ext cx="1057675" cy="243865"/>
            <a:chOff x="2685575" y="2835950"/>
            <a:chExt cx="433000" cy="99825"/>
          </a:xfrm>
        </p:grpSpPr>
        <p:sp>
          <p:nvSpPr>
            <p:cNvPr id="1423" name="Google Shape;1423;p3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27" name="Google Shape;1427;p32"/>
          <p:cNvGrpSpPr/>
          <p:nvPr/>
        </p:nvGrpSpPr>
        <p:grpSpPr>
          <a:xfrm>
            <a:off x="8657270" y="751694"/>
            <a:ext cx="2620385" cy="689413"/>
            <a:chOff x="3539975" y="3523525"/>
            <a:chExt cx="745925" cy="196250"/>
          </a:xfrm>
        </p:grpSpPr>
        <p:sp>
          <p:nvSpPr>
            <p:cNvPr id="1428" name="Google Shape;1428;p3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444" name="Google Shape;1444;p32"/>
          <p:cNvSpPr/>
          <p:nvPr/>
        </p:nvSpPr>
        <p:spPr>
          <a:xfrm>
            <a:off x="8117368" y="5317613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271073401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6" name="Google Shape;1446;p33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33"/>
          <p:cNvSpPr txBox="1">
            <a:spLocks noGrp="1"/>
          </p:cNvSpPr>
          <p:nvPr>
            <p:ph type="title"/>
          </p:nvPr>
        </p:nvSpPr>
        <p:spPr>
          <a:xfrm>
            <a:off x="6618633" y="2451833"/>
            <a:ext cx="4528400" cy="495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48" name="Google Shape;1448;p33"/>
          <p:cNvSpPr txBox="1">
            <a:spLocks noGrp="1"/>
          </p:cNvSpPr>
          <p:nvPr>
            <p:ph type="subTitle" idx="1"/>
          </p:nvPr>
        </p:nvSpPr>
        <p:spPr>
          <a:xfrm>
            <a:off x="6618600" y="3109400"/>
            <a:ext cx="4528400" cy="1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449" name="Google Shape;1449;p33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1450" name="Google Shape;1450;p3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1" name="Google Shape;1451;p33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52" name="Google Shape;1452;p33"/>
          <p:cNvGrpSpPr/>
          <p:nvPr/>
        </p:nvGrpSpPr>
        <p:grpSpPr>
          <a:xfrm>
            <a:off x="476951" y="1207700"/>
            <a:ext cx="476605" cy="1275072"/>
            <a:chOff x="357713" y="600975"/>
            <a:chExt cx="357454" cy="956304"/>
          </a:xfrm>
        </p:grpSpPr>
        <p:sp>
          <p:nvSpPr>
            <p:cNvPr id="1453" name="Google Shape;1453;p33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4" name="Google Shape;1454;p33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5" name="Google Shape;1455;p33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57" name="Google Shape;1457;p33"/>
          <p:cNvGrpSpPr/>
          <p:nvPr/>
        </p:nvGrpSpPr>
        <p:grpSpPr>
          <a:xfrm>
            <a:off x="7011077" y="963829"/>
            <a:ext cx="1057675" cy="243865"/>
            <a:chOff x="2685575" y="2835950"/>
            <a:chExt cx="433000" cy="99825"/>
          </a:xfrm>
        </p:grpSpPr>
        <p:sp>
          <p:nvSpPr>
            <p:cNvPr id="1458" name="Google Shape;1458;p3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59" name="Google Shape;1459;p3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0" name="Google Shape;1460;p3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1" name="Google Shape;1461;p3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462" name="Google Shape;1462;p33"/>
          <p:cNvGrpSpPr/>
          <p:nvPr/>
        </p:nvGrpSpPr>
        <p:grpSpPr>
          <a:xfrm>
            <a:off x="2116552" y="-1994304"/>
            <a:ext cx="2692235" cy="2692235"/>
            <a:chOff x="1943325" y="-220375"/>
            <a:chExt cx="1298672" cy="1298672"/>
          </a:xfrm>
        </p:grpSpPr>
        <p:sp>
          <p:nvSpPr>
            <p:cNvPr id="1463" name="Google Shape;1463;p3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4" name="Google Shape;1464;p3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5" name="Google Shape;1465;p3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6" name="Google Shape;1466;p3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7" name="Google Shape;1467;p3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8" name="Google Shape;1468;p3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69" name="Google Shape;1469;p3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0" name="Google Shape;1470;p3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1" name="Google Shape;1471;p3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2" name="Google Shape;1472;p3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3" name="Google Shape;1473;p3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4" name="Google Shape;1474;p3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5" name="Google Shape;1475;p3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6" name="Google Shape;1476;p3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7" name="Google Shape;1477;p3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8" name="Google Shape;1478;p3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79" name="Google Shape;1479;p3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0" name="Google Shape;1480;p3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1" name="Google Shape;1481;p3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2" name="Google Shape;1482;p3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3" name="Google Shape;1483;p3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4" name="Google Shape;1484;p3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5" name="Google Shape;1485;p3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6" name="Google Shape;1486;p3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7" name="Google Shape;1487;p3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8" name="Google Shape;1488;p3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89" name="Google Shape;1489;p3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0" name="Google Shape;1490;p3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1" name="Google Shape;1491;p3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2" name="Google Shape;1492;p3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3" name="Google Shape;1493;p3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4" name="Google Shape;1494;p3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5" name="Google Shape;1495;p3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6" name="Google Shape;1496;p3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7" name="Google Shape;1497;p3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8" name="Google Shape;1498;p3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99" name="Google Shape;1499;p3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0" name="Google Shape;1500;p3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1" name="Google Shape;1501;p3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2" name="Google Shape;1502;p3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3" name="Google Shape;1503;p3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4" name="Google Shape;1504;p3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5" name="Google Shape;1505;p3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6" name="Google Shape;1506;p3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7" name="Google Shape;1507;p3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8" name="Google Shape;1508;p3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09" name="Google Shape;1509;p3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0" name="Google Shape;1510;p3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11" name="Google Shape;1511;p33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1512" name="Google Shape;1512;p3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3" name="Google Shape;1513;p3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4" name="Google Shape;1514;p3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5" name="Google Shape;1515;p3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6" name="Google Shape;1516;p3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7" name="Google Shape;1517;p3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8" name="Google Shape;1518;p3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19" name="Google Shape;1519;p3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0" name="Google Shape;1520;p3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1" name="Google Shape;1521;p3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2" name="Google Shape;1522;p3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3" name="Google Shape;1523;p3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4" name="Google Shape;1524;p3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5" name="Google Shape;1525;p3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6" name="Google Shape;1526;p3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27" name="Google Shape;1527;p3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528" name="Google Shape;1528;p33"/>
          <p:cNvSpPr/>
          <p:nvPr/>
        </p:nvSpPr>
        <p:spPr>
          <a:xfrm rot="-5400000">
            <a:off x="8445763" y="4474233"/>
            <a:ext cx="1100603" cy="2231584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1529" name="Google Shape;1529;p33"/>
          <p:cNvSpPr/>
          <p:nvPr/>
        </p:nvSpPr>
        <p:spPr>
          <a:xfrm>
            <a:off x="6096001" y="5401280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1530" name="Google Shape;15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6552" y="-1285133"/>
            <a:ext cx="3370016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1" name="Google Shape;1531;p33"/>
          <p:cNvGrpSpPr/>
          <p:nvPr/>
        </p:nvGrpSpPr>
        <p:grpSpPr>
          <a:xfrm rot="10800000">
            <a:off x="-1712882" y="6061429"/>
            <a:ext cx="5269505" cy="4234508"/>
            <a:chOff x="5256209" y="-1994879"/>
            <a:chExt cx="3952129" cy="3175881"/>
          </a:xfrm>
        </p:grpSpPr>
        <p:sp>
          <p:nvSpPr>
            <p:cNvPr id="1532" name="Google Shape;1532;p3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33" name="Google Shape;1533;p3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4905363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5" name="Google Shape;1535;p34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6" name="Google Shape;1536;p34"/>
          <p:cNvSpPr txBox="1">
            <a:spLocks noGrp="1"/>
          </p:cNvSpPr>
          <p:nvPr>
            <p:ph type="title"/>
          </p:nvPr>
        </p:nvSpPr>
        <p:spPr>
          <a:xfrm>
            <a:off x="1045200" y="2451833"/>
            <a:ext cx="4528000" cy="495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37" name="Google Shape;1537;p34"/>
          <p:cNvSpPr txBox="1">
            <a:spLocks noGrp="1"/>
          </p:cNvSpPr>
          <p:nvPr>
            <p:ph type="subTitle" idx="1"/>
          </p:nvPr>
        </p:nvSpPr>
        <p:spPr>
          <a:xfrm>
            <a:off x="1045347" y="3109400"/>
            <a:ext cx="4528000" cy="157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538" name="Google Shape;1538;p34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rot="10800000" flipH="1">
            <a:off x="-975301" y="-1671304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9" name="Google Shape;1539;p34"/>
          <p:cNvGrpSpPr/>
          <p:nvPr/>
        </p:nvGrpSpPr>
        <p:grpSpPr>
          <a:xfrm rot="10800000" flipH="1">
            <a:off x="522485" y="1620645"/>
            <a:ext cx="385560" cy="379624"/>
            <a:chOff x="426000" y="3302025"/>
            <a:chExt cx="220875" cy="217475"/>
          </a:xfrm>
        </p:grpSpPr>
        <p:sp>
          <p:nvSpPr>
            <p:cNvPr id="1540" name="Google Shape;1540;p3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42" name="Google Shape;1542;p34"/>
          <p:cNvGrpSpPr/>
          <p:nvPr/>
        </p:nvGrpSpPr>
        <p:grpSpPr>
          <a:xfrm rot="10800000" flipH="1">
            <a:off x="476951" y="4752524"/>
            <a:ext cx="476605" cy="1275072"/>
            <a:chOff x="357713" y="600975"/>
            <a:chExt cx="357454" cy="956304"/>
          </a:xfrm>
        </p:grpSpPr>
        <p:sp>
          <p:nvSpPr>
            <p:cNvPr id="1543" name="Google Shape;1543;p3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47" name="Google Shape;1547;p34"/>
          <p:cNvGrpSpPr/>
          <p:nvPr/>
        </p:nvGrpSpPr>
        <p:grpSpPr>
          <a:xfrm rot="10800000" flipH="1">
            <a:off x="7011077" y="6027604"/>
            <a:ext cx="1057675" cy="243865"/>
            <a:chOff x="2685575" y="2835950"/>
            <a:chExt cx="433000" cy="99825"/>
          </a:xfrm>
        </p:grpSpPr>
        <p:sp>
          <p:nvSpPr>
            <p:cNvPr id="1548" name="Google Shape;1548;p3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552" name="Google Shape;1552;p34"/>
          <p:cNvGrpSpPr/>
          <p:nvPr/>
        </p:nvGrpSpPr>
        <p:grpSpPr>
          <a:xfrm rot="10800000" flipH="1">
            <a:off x="1817485" y="5282099"/>
            <a:ext cx="2692235" cy="2692235"/>
            <a:chOff x="1943325" y="-220375"/>
            <a:chExt cx="1298672" cy="1298672"/>
          </a:xfrm>
        </p:grpSpPr>
        <p:sp>
          <p:nvSpPr>
            <p:cNvPr id="1553" name="Google Shape;1553;p34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3" name="Google Shape;1563;p34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4" name="Google Shape;1564;p34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5" name="Google Shape;1565;p34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0" name="Google Shape;1600;p34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601" name="Google Shape;1601;p34"/>
          <p:cNvGrpSpPr/>
          <p:nvPr/>
        </p:nvGrpSpPr>
        <p:grpSpPr>
          <a:xfrm rot="10800000" flipH="1">
            <a:off x="11155421" y="1973590"/>
            <a:ext cx="2620385" cy="689413"/>
            <a:chOff x="3539975" y="3523525"/>
            <a:chExt cx="745925" cy="196250"/>
          </a:xfrm>
        </p:grpSpPr>
        <p:sp>
          <p:nvSpPr>
            <p:cNvPr id="1602" name="Google Shape;1602;p3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3" name="Google Shape;1603;p3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4" name="Google Shape;1604;p3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5" name="Google Shape;1605;p3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6" name="Google Shape;1606;p3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7" name="Google Shape;1607;p3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8" name="Google Shape;1608;p3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9" name="Google Shape;1609;p3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0" name="Google Shape;1610;p3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1" name="Google Shape;1611;p3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2" name="Google Shape;1612;p3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3" name="Google Shape;1613;p3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4" name="Google Shape;1614;p3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5" name="Google Shape;1615;p3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6" name="Google Shape;1616;p3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7" name="Google Shape;1617;p3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618" name="Google Shape;1618;p34"/>
          <p:cNvSpPr/>
          <p:nvPr/>
        </p:nvSpPr>
        <p:spPr>
          <a:xfrm rot="10800000" flipH="1">
            <a:off x="5092068" y="5099223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</p:spTree>
    <p:extLst>
      <p:ext uri="{BB962C8B-B14F-4D97-AF65-F5344CB8AC3E}">
        <p14:creationId xmlns:p14="http://schemas.microsoft.com/office/powerpoint/2010/main" val="12066209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0" name="Google Shape;1620;p35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1" name="Google Shape;1621;p35"/>
          <p:cNvSpPr txBox="1">
            <a:spLocks noGrp="1"/>
          </p:cNvSpPr>
          <p:nvPr>
            <p:ph type="title"/>
          </p:nvPr>
        </p:nvSpPr>
        <p:spPr>
          <a:xfrm>
            <a:off x="951667" y="1634384"/>
            <a:ext cx="4489600" cy="230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2" name="Google Shape;1622;p35"/>
          <p:cNvSpPr txBox="1">
            <a:spLocks noGrp="1"/>
          </p:cNvSpPr>
          <p:nvPr>
            <p:ph type="subTitle" idx="1"/>
          </p:nvPr>
        </p:nvSpPr>
        <p:spPr>
          <a:xfrm>
            <a:off x="951833" y="4140784"/>
            <a:ext cx="5142000" cy="13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23" name="Google Shape;1623;p35"/>
          <p:cNvGrpSpPr/>
          <p:nvPr/>
        </p:nvGrpSpPr>
        <p:grpSpPr>
          <a:xfrm flipH="1">
            <a:off x="-661034" y="5844827"/>
            <a:ext cx="2620385" cy="689413"/>
            <a:chOff x="3539975" y="3523525"/>
            <a:chExt cx="745925" cy="196250"/>
          </a:xfrm>
        </p:grpSpPr>
        <p:sp>
          <p:nvSpPr>
            <p:cNvPr id="1624" name="Google Shape;1624;p35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5" name="Google Shape;1625;p35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6" name="Google Shape;1626;p35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7" name="Google Shape;1627;p35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8" name="Google Shape;1628;p35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2" name="Google Shape;1632;p35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3" name="Google Shape;1633;p35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4" name="Google Shape;1634;p35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5" name="Google Shape;1635;p35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6" name="Google Shape;1636;p35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7" name="Google Shape;1637;p35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8" name="Google Shape;1638;p35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9" name="Google Shape;1639;p35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640" name="Google Shape;16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1249065" y="-2057349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676432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2" name="Google Shape;1642;p36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43" name="Google Shape;1643;p36"/>
          <p:cNvSpPr txBox="1">
            <a:spLocks noGrp="1"/>
          </p:cNvSpPr>
          <p:nvPr>
            <p:ph type="subTitle" idx="1"/>
          </p:nvPr>
        </p:nvSpPr>
        <p:spPr>
          <a:xfrm>
            <a:off x="6762500" y="2985133"/>
            <a:ext cx="4384400" cy="15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4" name="Google Shape;1644;p36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45" name="Google Shape;1645;p36"/>
          <p:cNvGrpSpPr/>
          <p:nvPr/>
        </p:nvGrpSpPr>
        <p:grpSpPr>
          <a:xfrm rot="10800000" flipH="1">
            <a:off x="522485" y="2128645"/>
            <a:ext cx="385560" cy="379624"/>
            <a:chOff x="426000" y="3302025"/>
            <a:chExt cx="220875" cy="217475"/>
          </a:xfrm>
        </p:grpSpPr>
        <p:sp>
          <p:nvSpPr>
            <p:cNvPr id="1646" name="Google Shape;1646;p36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47" name="Google Shape;1647;p36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648" name="Google Shape;1648;p36"/>
          <p:cNvGrpSpPr/>
          <p:nvPr/>
        </p:nvGrpSpPr>
        <p:grpSpPr>
          <a:xfrm rot="10800000" flipH="1">
            <a:off x="476951" y="4752524"/>
            <a:ext cx="476605" cy="1275072"/>
            <a:chOff x="357713" y="600975"/>
            <a:chExt cx="357454" cy="956304"/>
          </a:xfrm>
        </p:grpSpPr>
        <p:sp>
          <p:nvSpPr>
            <p:cNvPr id="1649" name="Google Shape;1649;p36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0" name="Google Shape;1650;p36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1" name="Google Shape;1651;p36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2" name="Google Shape;1652;p36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653" name="Google Shape;1653;p36"/>
          <p:cNvGrpSpPr/>
          <p:nvPr/>
        </p:nvGrpSpPr>
        <p:grpSpPr>
          <a:xfrm rot="10800000" flipH="1">
            <a:off x="2753711" y="6310370"/>
            <a:ext cx="1057675" cy="243865"/>
            <a:chOff x="2685575" y="2835950"/>
            <a:chExt cx="433000" cy="99825"/>
          </a:xfrm>
        </p:grpSpPr>
        <p:sp>
          <p:nvSpPr>
            <p:cNvPr id="1654" name="Google Shape;1654;p36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5" name="Google Shape;1655;p36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6" name="Google Shape;1656;p36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57" name="Google Shape;1657;p36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658" name="Google Shape;1658;p36"/>
          <p:cNvGrpSpPr/>
          <p:nvPr/>
        </p:nvGrpSpPr>
        <p:grpSpPr>
          <a:xfrm rot="10800000" flipH="1">
            <a:off x="6095985" y="5537265"/>
            <a:ext cx="2692235" cy="2692235"/>
            <a:chOff x="1943325" y="-220375"/>
            <a:chExt cx="1298672" cy="1298672"/>
          </a:xfrm>
        </p:grpSpPr>
        <p:sp>
          <p:nvSpPr>
            <p:cNvPr id="1659" name="Google Shape;1659;p36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0" name="Google Shape;1660;p36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1" name="Google Shape;1661;p36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2" name="Google Shape;1662;p36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3" name="Google Shape;1663;p36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4" name="Google Shape;1664;p36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5" name="Google Shape;1665;p36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6" name="Google Shape;1666;p36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7" name="Google Shape;1667;p36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8" name="Google Shape;1668;p36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69" name="Google Shape;1669;p36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0" name="Google Shape;1670;p36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1" name="Google Shape;1671;p36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2" name="Google Shape;1672;p36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3" name="Google Shape;1673;p36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4" name="Google Shape;1674;p36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5" name="Google Shape;1675;p36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6" name="Google Shape;1676;p36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7" name="Google Shape;1677;p36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8" name="Google Shape;1678;p36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79" name="Google Shape;1679;p36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0" name="Google Shape;1680;p36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1" name="Google Shape;1681;p36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2" name="Google Shape;1682;p36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3" name="Google Shape;1683;p36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4" name="Google Shape;1684;p36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5" name="Google Shape;1685;p36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6" name="Google Shape;1686;p36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7" name="Google Shape;1687;p36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8" name="Google Shape;1688;p36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89" name="Google Shape;1689;p36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0" name="Google Shape;1690;p36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1" name="Google Shape;1691;p36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2" name="Google Shape;1692;p36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3" name="Google Shape;1693;p36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4" name="Google Shape;1694;p36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5" name="Google Shape;1695;p36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6" name="Google Shape;1696;p36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7" name="Google Shape;1697;p36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8" name="Google Shape;1698;p36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99" name="Google Shape;1699;p36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07" name="Google Shape;1707;p36"/>
          <p:cNvGrpSpPr/>
          <p:nvPr/>
        </p:nvGrpSpPr>
        <p:grpSpPr>
          <a:xfrm rot="10800000" flipH="1">
            <a:off x="10135521" y="653356"/>
            <a:ext cx="2620385" cy="689413"/>
            <a:chOff x="3539975" y="3523525"/>
            <a:chExt cx="745925" cy="196250"/>
          </a:xfrm>
        </p:grpSpPr>
        <p:sp>
          <p:nvSpPr>
            <p:cNvPr id="1708" name="Google Shape;1708;p3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724" name="Google Shape;1724;p36"/>
          <p:cNvPicPr preferRelativeResize="0"/>
          <p:nvPr/>
        </p:nvPicPr>
        <p:blipFill rotWithShape="1">
          <a:blip r:embed="rId3">
            <a:alphaModFix/>
          </a:blip>
          <a:srcRect t="1770" r="38199" b="-1770"/>
          <a:stretch/>
        </p:blipFill>
        <p:spPr>
          <a:xfrm rot="10800000" flipH="1">
            <a:off x="10235388" y="4086767"/>
            <a:ext cx="8368735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69834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6" name="Google Shape;1726;p3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727" name="Google Shape;1727;p37"/>
          <p:cNvSpPr txBox="1">
            <a:spLocks noGrp="1"/>
          </p:cNvSpPr>
          <p:nvPr>
            <p:ph type="subTitle" idx="1"/>
          </p:nvPr>
        </p:nvSpPr>
        <p:spPr>
          <a:xfrm>
            <a:off x="5394064" y="2198039"/>
            <a:ext cx="5156800" cy="27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28" name="Google Shape;1728;p37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9" name="Google Shape;1729;p37"/>
          <p:cNvSpPr txBox="1">
            <a:spLocks noGrp="1"/>
          </p:cNvSpPr>
          <p:nvPr>
            <p:ph type="subTitle" idx="2"/>
          </p:nvPr>
        </p:nvSpPr>
        <p:spPr>
          <a:xfrm>
            <a:off x="2123367" y="3071233"/>
            <a:ext cx="3270800" cy="10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730" name="Google Shape;1730;p37"/>
          <p:cNvGrpSpPr/>
          <p:nvPr/>
        </p:nvGrpSpPr>
        <p:grpSpPr>
          <a:xfrm>
            <a:off x="10862734" y="3071229"/>
            <a:ext cx="2692235" cy="2692235"/>
            <a:chOff x="1943325" y="-220375"/>
            <a:chExt cx="1298672" cy="1298672"/>
          </a:xfrm>
        </p:grpSpPr>
        <p:sp>
          <p:nvSpPr>
            <p:cNvPr id="1731" name="Google Shape;1731;p37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2" name="Google Shape;1732;p37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3" name="Google Shape;1733;p37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4" name="Google Shape;1734;p37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5" name="Google Shape;1735;p37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6" name="Google Shape;1736;p37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7" name="Google Shape;1737;p37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8" name="Google Shape;1738;p37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9" name="Google Shape;1739;p37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0" name="Google Shape;1740;p37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1" name="Google Shape;1741;p37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2" name="Google Shape;1742;p37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3" name="Google Shape;1743;p37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4" name="Google Shape;1744;p37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5" name="Google Shape;1745;p37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6" name="Google Shape;1746;p37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7" name="Google Shape;1747;p37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8" name="Google Shape;1748;p37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9" name="Google Shape;1749;p37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0" name="Google Shape;1750;p37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1" name="Google Shape;1751;p37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2" name="Google Shape;1752;p37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3" name="Google Shape;1753;p37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4" name="Google Shape;1754;p37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5" name="Google Shape;1755;p37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6" name="Google Shape;1756;p37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7" name="Google Shape;1757;p37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8" name="Google Shape;1758;p37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9" name="Google Shape;1759;p37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0" name="Google Shape;1760;p37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1" name="Google Shape;1761;p37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2" name="Google Shape;1762;p37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3" name="Google Shape;1763;p37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4" name="Google Shape;1764;p37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5" name="Google Shape;1765;p37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6" name="Google Shape;1766;p37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7" name="Google Shape;1767;p37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8" name="Google Shape;1768;p37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9" name="Google Shape;1769;p37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0" name="Google Shape;1770;p37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1" name="Google Shape;1771;p37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2" name="Google Shape;1772;p37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3" name="Google Shape;1773;p37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4" name="Google Shape;1774;p37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5" name="Google Shape;1775;p37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6" name="Google Shape;1776;p37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7" name="Google Shape;1777;p37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78" name="Google Shape;1778;p37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79" name="Google Shape;1779;p37"/>
          <p:cNvGrpSpPr/>
          <p:nvPr/>
        </p:nvGrpSpPr>
        <p:grpSpPr>
          <a:xfrm>
            <a:off x="2095737" y="5450911"/>
            <a:ext cx="2620385" cy="689413"/>
            <a:chOff x="3539975" y="3523525"/>
            <a:chExt cx="745925" cy="196250"/>
          </a:xfrm>
        </p:grpSpPr>
        <p:sp>
          <p:nvSpPr>
            <p:cNvPr id="1780" name="Google Shape;1780;p3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1" name="Google Shape;1781;p3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2" name="Google Shape;1782;p3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3" name="Google Shape;1783;p3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4" name="Google Shape;1784;p3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5" name="Google Shape;1785;p3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6" name="Google Shape;1786;p3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7" name="Google Shape;1787;p3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8" name="Google Shape;1788;p3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89" name="Google Shape;1789;p3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0" name="Google Shape;1790;p3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1" name="Google Shape;1791;p3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2" name="Google Shape;1792;p3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3" name="Google Shape;1793;p3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4" name="Google Shape;1794;p3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5" name="Google Shape;1795;p3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796" name="Google Shape;1796;p37"/>
          <p:cNvGrpSpPr/>
          <p:nvPr/>
        </p:nvGrpSpPr>
        <p:grpSpPr>
          <a:xfrm rot="-5400000" flipH="1">
            <a:off x="-3590366" y="2691562"/>
            <a:ext cx="5333884" cy="4234508"/>
            <a:chOff x="5207925" y="-1994879"/>
            <a:chExt cx="4000413" cy="3175881"/>
          </a:xfrm>
        </p:grpSpPr>
        <p:sp>
          <p:nvSpPr>
            <p:cNvPr id="1797" name="Google Shape;1797;p37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8" name="Google Shape;1798;p37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99" name="Google Shape;1799;p37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800" name="Google Shape;1800;p37"/>
          <p:cNvGrpSpPr/>
          <p:nvPr/>
        </p:nvGrpSpPr>
        <p:grpSpPr>
          <a:xfrm>
            <a:off x="7006923" y="5579151"/>
            <a:ext cx="1386541" cy="906400"/>
            <a:chOff x="4082325" y="3790650"/>
            <a:chExt cx="1039906" cy="679800"/>
          </a:xfrm>
        </p:grpSpPr>
        <p:sp>
          <p:nvSpPr>
            <p:cNvPr id="1801" name="Google Shape;1801;p37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02" name="Google Shape;1802;p37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03" name="Google Shape;1803;p37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8766297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>
            <a:spLocks noGrp="1"/>
          </p:cNvSpPr>
          <p:nvPr>
            <p:ph type="title"/>
          </p:nvPr>
        </p:nvSpPr>
        <p:spPr>
          <a:xfrm>
            <a:off x="2433400" y="2546467"/>
            <a:ext cx="73252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807" name="Google Shape;1807;p38"/>
          <p:cNvGrpSpPr/>
          <p:nvPr/>
        </p:nvGrpSpPr>
        <p:grpSpPr>
          <a:xfrm>
            <a:off x="1819554" y="852712"/>
            <a:ext cx="2620385" cy="689413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68266" y="4666085"/>
            <a:ext cx="9592500" cy="27498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10751684" y="2897863"/>
            <a:ext cx="476605" cy="1275072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5725661" y="827884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3705337" y="-2315854"/>
            <a:ext cx="5269505" cy="4234508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834" name="Google Shape;1834;p38"/>
          <p:cNvSpPr txBox="1">
            <a:spLocks noGrp="1"/>
          </p:cNvSpPr>
          <p:nvPr>
            <p:ph type="subTitle" idx="1"/>
          </p:nvPr>
        </p:nvSpPr>
        <p:spPr>
          <a:xfrm>
            <a:off x="2433400" y="3236933"/>
            <a:ext cx="7325200" cy="12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64206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6" name="Google Shape;1836;p3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7" name="Google Shape;1837;p39"/>
          <p:cNvSpPr txBox="1">
            <a:spLocks noGrp="1"/>
          </p:cNvSpPr>
          <p:nvPr>
            <p:ph type="title"/>
          </p:nvPr>
        </p:nvSpPr>
        <p:spPr>
          <a:xfrm>
            <a:off x="954000" y="2194633"/>
            <a:ext cx="3611600" cy="1193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38" name="Google Shape;1838;p39"/>
          <p:cNvSpPr txBox="1">
            <a:spLocks noGrp="1"/>
          </p:cNvSpPr>
          <p:nvPr>
            <p:ph type="subTitle" idx="1"/>
          </p:nvPr>
        </p:nvSpPr>
        <p:spPr>
          <a:xfrm>
            <a:off x="954000" y="3435128"/>
            <a:ext cx="3611600" cy="11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839" name="Google Shape;1839;p39"/>
          <p:cNvGrpSpPr/>
          <p:nvPr/>
        </p:nvGrpSpPr>
        <p:grpSpPr>
          <a:xfrm rot="-5400000" flipH="1">
            <a:off x="4259815" y="1056545"/>
            <a:ext cx="380355" cy="379624"/>
            <a:chOff x="432750" y="3302025"/>
            <a:chExt cx="217894" cy="217475"/>
          </a:xfrm>
        </p:grpSpPr>
        <p:sp>
          <p:nvSpPr>
            <p:cNvPr id="1840" name="Google Shape;1840;p39"/>
            <p:cNvSpPr/>
            <p:nvPr/>
          </p:nvSpPr>
          <p:spPr>
            <a:xfrm>
              <a:off x="436519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1" name="Google Shape;1841;p3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842" name="Google Shape;1842;p39"/>
          <p:cNvGrpSpPr/>
          <p:nvPr/>
        </p:nvGrpSpPr>
        <p:grpSpPr>
          <a:xfrm rot="10800000" flipH="1">
            <a:off x="476951" y="4863305"/>
            <a:ext cx="476605" cy="1275072"/>
            <a:chOff x="357713" y="600975"/>
            <a:chExt cx="357454" cy="956304"/>
          </a:xfrm>
        </p:grpSpPr>
        <p:sp>
          <p:nvSpPr>
            <p:cNvPr id="1843" name="Google Shape;1843;p39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4" name="Google Shape;1844;p39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5" name="Google Shape;1845;p39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6" name="Google Shape;1846;p39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847" name="Google Shape;1847;p39"/>
          <p:cNvGrpSpPr/>
          <p:nvPr/>
        </p:nvGrpSpPr>
        <p:grpSpPr>
          <a:xfrm rot="10800000" flipH="1">
            <a:off x="5567161" y="6266904"/>
            <a:ext cx="1057675" cy="243865"/>
            <a:chOff x="2685575" y="2835950"/>
            <a:chExt cx="433000" cy="99825"/>
          </a:xfrm>
        </p:grpSpPr>
        <p:sp>
          <p:nvSpPr>
            <p:cNvPr id="1848" name="Google Shape;1848;p3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9" name="Google Shape;1849;p3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0" name="Google Shape;1850;p3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1" name="Google Shape;1851;p3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852" name="Google Shape;1852;p39"/>
          <p:cNvGrpSpPr/>
          <p:nvPr/>
        </p:nvGrpSpPr>
        <p:grpSpPr>
          <a:xfrm rot="10800000" flipH="1">
            <a:off x="-981513" y="901639"/>
            <a:ext cx="2620385" cy="689413"/>
            <a:chOff x="3539975" y="3523525"/>
            <a:chExt cx="745925" cy="196250"/>
          </a:xfrm>
        </p:grpSpPr>
        <p:sp>
          <p:nvSpPr>
            <p:cNvPr id="1853" name="Google Shape;1853;p3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4" name="Google Shape;1854;p3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5" name="Google Shape;1855;p3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6" name="Google Shape;1856;p3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7" name="Google Shape;1857;p3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8" name="Google Shape;1858;p3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9" name="Google Shape;1859;p3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0" name="Google Shape;1860;p3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1" name="Google Shape;1861;p3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2" name="Google Shape;1862;p3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3" name="Google Shape;1863;p3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4" name="Google Shape;1864;p3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5" name="Google Shape;1865;p3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6" name="Google Shape;1866;p3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7" name="Google Shape;1867;p3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8" name="Google Shape;1868;p3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869" name="Google Shape;1869;p39"/>
          <p:cNvSpPr/>
          <p:nvPr/>
        </p:nvSpPr>
        <p:spPr>
          <a:xfrm rot="-5400000" flipH="1">
            <a:off x="2262804" y="876825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870" name="Google Shape;1870;p39"/>
          <p:cNvGrpSpPr/>
          <p:nvPr/>
        </p:nvGrpSpPr>
        <p:grpSpPr>
          <a:xfrm rot="10800000" flipH="1">
            <a:off x="10834869" y="509465"/>
            <a:ext cx="2692235" cy="2692235"/>
            <a:chOff x="1943325" y="-220375"/>
            <a:chExt cx="1298672" cy="1298672"/>
          </a:xfrm>
        </p:grpSpPr>
        <p:sp>
          <p:nvSpPr>
            <p:cNvPr id="1871" name="Google Shape;1871;p3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2" name="Google Shape;1872;p3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3" name="Google Shape;1873;p3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4" name="Google Shape;1874;p3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5" name="Google Shape;1875;p3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6" name="Google Shape;1876;p3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7" name="Google Shape;1877;p3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8" name="Google Shape;1878;p3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9" name="Google Shape;1879;p3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0" name="Google Shape;1880;p3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1" name="Google Shape;1881;p3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2" name="Google Shape;1882;p3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3" name="Google Shape;1883;p3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4" name="Google Shape;1884;p3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5" name="Google Shape;1885;p3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6" name="Google Shape;1886;p3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7" name="Google Shape;1887;p3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8" name="Google Shape;1888;p3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9" name="Google Shape;1889;p3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0" name="Google Shape;1890;p3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1" name="Google Shape;1891;p3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2" name="Google Shape;1892;p3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3" name="Google Shape;1893;p3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4" name="Google Shape;1894;p3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5" name="Google Shape;1895;p3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6" name="Google Shape;1896;p3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7" name="Google Shape;1897;p3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8" name="Google Shape;1898;p3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99" name="Google Shape;1899;p3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0" name="Google Shape;1900;p3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1" name="Google Shape;1901;p3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2" name="Google Shape;1902;p3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3" name="Google Shape;1903;p3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4" name="Google Shape;1904;p3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5" name="Google Shape;1905;p3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6" name="Google Shape;1906;p3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7" name="Google Shape;1907;p3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8" name="Google Shape;1908;p3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09" name="Google Shape;1909;p3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0" name="Google Shape;1910;p3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1" name="Google Shape;1911;p3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2" name="Google Shape;1912;p3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3" name="Google Shape;1913;p3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4" name="Google Shape;1914;p3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5" name="Google Shape;1915;p3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6" name="Google Shape;1916;p3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7" name="Google Shape;1917;p3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18" name="Google Shape;1918;p3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919" name="Google Shape;1919;p39"/>
          <p:cNvGrpSpPr/>
          <p:nvPr/>
        </p:nvGrpSpPr>
        <p:grpSpPr>
          <a:xfrm rot="10800000" flipH="1">
            <a:off x="8743534" y="5825895"/>
            <a:ext cx="5333884" cy="4234508"/>
            <a:chOff x="5207925" y="-1994879"/>
            <a:chExt cx="4000413" cy="3175881"/>
          </a:xfrm>
        </p:grpSpPr>
        <p:sp>
          <p:nvSpPr>
            <p:cNvPr id="1920" name="Google Shape;1920;p39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21" name="Google Shape;1921;p39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22" name="Google Shape;1922;p39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47714206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4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40"/>
          <p:cNvSpPr txBox="1">
            <a:spLocks noGrp="1"/>
          </p:cNvSpPr>
          <p:nvPr>
            <p:ph type="title"/>
          </p:nvPr>
        </p:nvSpPr>
        <p:spPr>
          <a:xfrm>
            <a:off x="8159925" y="2319001"/>
            <a:ext cx="3078400" cy="125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26" name="Google Shape;1926;p40"/>
          <p:cNvSpPr txBox="1">
            <a:spLocks noGrp="1"/>
          </p:cNvSpPr>
          <p:nvPr>
            <p:ph type="subTitle" idx="1"/>
          </p:nvPr>
        </p:nvSpPr>
        <p:spPr>
          <a:xfrm>
            <a:off x="8159900" y="3788000"/>
            <a:ext cx="3078400" cy="9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927" name="Google Shape;1927;p40"/>
          <p:cNvGrpSpPr/>
          <p:nvPr/>
        </p:nvGrpSpPr>
        <p:grpSpPr>
          <a:xfrm rot="10800000" flipH="1">
            <a:off x="838352" y="6140237"/>
            <a:ext cx="2692235" cy="2692235"/>
            <a:chOff x="1943325" y="-220375"/>
            <a:chExt cx="1298672" cy="1298672"/>
          </a:xfrm>
        </p:grpSpPr>
        <p:sp>
          <p:nvSpPr>
            <p:cNvPr id="1928" name="Google Shape;1928;p4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3" name="Google Shape;1933;p4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4" name="Google Shape;1934;p4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2" name="Google Shape;1942;p4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3" name="Google Shape;1943;p4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4" name="Google Shape;1944;p4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5" name="Google Shape;1945;p4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6" name="Google Shape;1946;p4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7" name="Google Shape;1947;p4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8" name="Google Shape;1948;p4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9" name="Google Shape;1949;p4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0" name="Google Shape;1950;p4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1" name="Google Shape;1951;p4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2" name="Google Shape;1952;p4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3" name="Google Shape;1953;p4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4" name="Google Shape;1954;p4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5" name="Google Shape;1955;p4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6" name="Google Shape;1956;p4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7" name="Google Shape;1957;p4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8" name="Google Shape;1958;p4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9" name="Google Shape;1959;p4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0" name="Google Shape;1960;p4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1" name="Google Shape;1961;p4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2" name="Google Shape;1962;p4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3" name="Google Shape;1963;p4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4" name="Google Shape;1964;p4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5" name="Google Shape;1965;p4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6" name="Google Shape;1966;p4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7" name="Google Shape;1967;p4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8" name="Google Shape;1968;p4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9" name="Google Shape;1969;p4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0" name="Google Shape;1970;p4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1" name="Google Shape;1971;p4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2" name="Google Shape;1972;p4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3" name="Google Shape;1973;p4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4" name="Google Shape;1974;p4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5" name="Google Shape;1975;p4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1976" name="Google Shape;1976;p40"/>
          <p:cNvGrpSpPr/>
          <p:nvPr/>
        </p:nvGrpSpPr>
        <p:grpSpPr>
          <a:xfrm rot="10800000" flipH="1">
            <a:off x="8516921" y="5223396"/>
            <a:ext cx="2620385" cy="689413"/>
            <a:chOff x="3539975" y="3523525"/>
            <a:chExt cx="745925" cy="196250"/>
          </a:xfrm>
        </p:grpSpPr>
        <p:sp>
          <p:nvSpPr>
            <p:cNvPr id="1977" name="Google Shape;1977;p40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8" name="Google Shape;1978;p40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9" name="Google Shape;1979;p40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0" name="Google Shape;1980;p40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1" name="Google Shape;1981;p40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2" name="Google Shape;1982;p40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3" name="Google Shape;1983;p40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4" name="Google Shape;1984;p40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5" name="Google Shape;1985;p40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6" name="Google Shape;1986;p40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7" name="Google Shape;1987;p40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8" name="Google Shape;1988;p40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9" name="Google Shape;1989;p40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0" name="Google Shape;1990;p40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1" name="Google Shape;1991;p40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2" name="Google Shape;1992;p40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1993" name="Google Shape;1993;p40"/>
          <p:cNvPicPr preferRelativeResize="0"/>
          <p:nvPr/>
        </p:nvPicPr>
        <p:blipFill rotWithShape="1">
          <a:blip r:embed="rId3">
            <a:alphaModFix/>
          </a:blip>
          <a:srcRect t="1770" r="4580" b="-1770"/>
          <a:stretch/>
        </p:blipFill>
        <p:spPr>
          <a:xfrm>
            <a:off x="-426467" y="-1632633"/>
            <a:ext cx="12921400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4" name="Google Shape;1994;p40"/>
          <p:cNvGrpSpPr/>
          <p:nvPr/>
        </p:nvGrpSpPr>
        <p:grpSpPr>
          <a:xfrm rot="5400000" flipH="1">
            <a:off x="2258324" y="478964"/>
            <a:ext cx="476605" cy="1275072"/>
            <a:chOff x="357713" y="600975"/>
            <a:chExt cx="357454" cy="956304"/>
          </a:xfrm>
        </p:grpSpPr>
        <p:sp>
          <p:nvSpPr>
            <p:cNvPr id="1995" name="Google Shape;1995;p4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6" name="Google Shape;1996;p4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7" name="Google Shape;1997;p4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8" name="Google Shape;1998;p4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5396964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4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41"/>
          <p:cNvSpPr txBox="1">
            <a:spLocks noGrp="1"/>
          </p:cNvSpPr>
          <p:nvPr>
            <p:ph type="title"/>
          </p:nvPr>
        </p:nvSpPr>
        <p:spPr>
          <a:xfrm>
            <a:off x="2914200" y="4127211"/>
            <a:ext cx="6363600" cy="63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800">
                <a:solidFill>
                  <a:schemeClr val="dk2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02" name="Google Shape;2002;p41"/>
          <p:cNvSpPr txBox="1">
            <a:spLocks noGrp="1"/>
          </p:cNvSpPr>
          <p:nvPr>
            <p:ph type="subTitle" idx="1"/>
          </p:nvPr>
        </p:nvSpPr>
        <p:spPr>
          <a:xfrm>
            <a:off x="1635800" y="1937624"/>
            <a:ext cx="8920400" cy="20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003" name="Google Shape;2003;p41"/>
          <p:cNvGrpSpPr/>
          <p:nvPr/>
        </p:nvGrpSpPr>
        <p:grpSpPr>
          <a:xfrm rot="-5400000" flipH="1">
            <a:off x="4470436" y="766176"/>
            <a:ext cx="385560" cy="379624"/>
            <a:chOff x="426000" y="3302025"/>
            <a:chExt cx="220875" cy="217475"/>
          </a:xfrm>
        </p:grpSpPr>
        <p:sp>
          <p:nvSpPr>
            <p:cNvPr id="2004" name="Google Shape;2004;p4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05" name="Google Shape;2005;p4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06" name="Google Shape;2006;p41"/>
          <p:cNvGrpSpPr/>
          <p:nvPr/>
        </p:nvGrpSpPr>
        <p:grpSpPr>
          <a:xfrm rot="-5400000" flipH="1">
            <a:off x="1353311" y="318440"/>
            <a:ext cx="476605" cy="1275072"/>
            <a:chOff x="357713" y="600975"/>
            <a:chExt cx="357454" cy="956304"/>
          </a:xfrm>
        </p:grpSpPr>
        <p:sp>
          <p:nvSpPr>
            <p:cNvPr id="2007" name="Google Shape;2007;p4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08" name="Google Shape;2008;p4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09" name="Google Shape;2009;p4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0" name="Google Shape;2010;p4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11" name="Google Shape;2011;p41"/>
          <p:cNvGrpSpPr/>
          <p:nvPr/>
        </p:nvGrpSpPr>
        <p:grpSpPr>
          <a:xfrm>
            <a:off x="10556201" y="2849129"/>
            <a:ext cx="2692235" cy="2692235"/>
            <a:chOff x="1943325" y="-220375"/>
            <a:chExt cx="1298672" cy="1298672"/>
          </a:xfrm>
        </p:grpSpPr>
        <p:sp>
          <p:nvSpPr>
            <p:cNvPr id="2012" name="Google Shape;2012;p41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3" name="Google Shape;2013;p41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4" name="Google Shape;2014;p41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5" name="Google Shape;2015;p41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6" name="Google Shape;2016;p41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7" name="Google Shape;2017;p41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8" name="Google Shape;2018;p41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19" name="Google Shape;2019;p41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0" name="Google Shape;2020;p41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1" name="Google Shape;2021;p41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2" name="Google Shape;2022;p41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3" name="Google Shape;2023;p41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4" name="Google Shape;2024;p41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5" name="Google Shape;2025;p41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6" name="Google Shape;2026;p41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7" name="Google Shape;2027;p41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8" name="Google Shape;2028;p41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29" name="Google Shape;2029;p41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0" name="Google Shape;2030;p41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1" name="Google Shape;2031;p41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2" name="Google Shape;2032;p41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3" name="Google Shape;2033;p41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4" name="Google Shape;2034;p41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5" name="Google Shape;2035;p41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6" name="Google Shape;2036;p41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7" name="Google Shape;2037;p41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8" name="Google Shape;2038;p41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39" name="Google Shape;2039;p41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0" name="Google Shape;2040;p41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1" name="Google Shape;2041;p41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2" name="Google Shape;2042;p41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3" name="Google Shape;2043;p41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4" name="Google Shape;2044;p41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5" name="Google Shape;2045;p41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6" name="Google Shape;2046;p41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7" name="Google Shape;2047;p41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8" name="Google Shape;2048;p41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49" name="Google Shape;2049;p41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0" name="Google Shape;2050;p41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2" name="Google Shape;2052;p41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3" name="Google Shape;2053;p41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4" name="Google Shape;2054;p41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5" name="Google Shape;2055;p41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6" name="Google Shape;2056;p41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7" name="Google Shape;2057;p41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8" name="Google Shape;2058;p41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59" name="Google Shape;2059;p41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60" name="Google Shape;2060;p41"/>
          <p:cNvGrpSpPr/>
          <p:nvPr/>
        </p:nvGrpSpPr>
        <p:grpSpPr>
          <a:xfrm>
            <a:off x="1360454" y="5450911"/>
            <a:ext cx="2620385" cy="689413"/>
            <a:chOff x="3539975" y="3523525"/>
            <a:chExt cx="745925" cy="196250"/>
          </a:xfrm>
        </p:grpSpPr>
        <p:sp>
          <p:nvSpPr>
            <p:cNvPr id="2061" name="Google Shape;2061;p4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2" name="Google Shape;2062;p4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3" name="Google Shape;2063;p4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4" name="Google Shape;2064;p4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5" name="Google Shape;2065;p4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6" name="Google Shape;2066;p4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7" name="Google Shape;2067;p4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8" name="Google Shape;2068;p4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9" name="Google Shape;2069;p4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0" name="Google Shape;2070;p4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1" name="Google Shape;2071;p4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2" name="Google Shape;2072;p4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3" name="Google Shape;2073;p4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4" name="Google Shape;2074;p4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5" name="Google Shape;2075;p4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6" name="Google Shape;2076;p4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12021291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" name="Google Shape;2078;p4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42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080" name="Google Shape;2080;p42"/>
          <p:cNvGrpSpPr/>
          <p:nvPr/>
        </p:nvGrpSpPr>
        <p:grpSpPr>
          <a:xfrm>
            <a:off x="522485" y="6074427"/>
            <a:ext cx="385560" cy="379624"/>
            <a:chOff x="426000" y="3302025"/>
            <a:chExt cx="220875" cy="217475"/>
          </a:xfrm>
        </p:grpSpPr>
        <p:sp>
          <p:nvSpPr>
            <p:cNvPr id="2081" name="Google Shape;2081;p4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2" name="Google Shape;2082;p4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3" name="Google Shape;2083;p42"/>
          <p:cNvGrpSpPr/>
          <p:nvPr/>
        </p:nvGrpSpPr>
        <p:grpSpPr>
          <a:xfrm>
            <a:off x="476951" y="1512500"/>
            <a:ext cx="476605" cy="1275072"/>
            <a:chOff x="357713" y="600975"/>
            <a:chExt cx="357454" cy="956304"/>
          </a:xfrm>
        </p:grpSpPr>
        <p:sp>
          <p:nvSpPr>
            <p:cNvPr id="2084" name="Google Shape;2084;p4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5" name="Google Shape;2085;p4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6" name="Google Shape;2086;p4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7" name="Google Shape;2087;p4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088" name="Google Shape;2088;p42"/>
          <p:cNvGrpSpPr/>
          <p:nvPr/>
        </p:nvGrpSpPr>
        <p:grpSpPr>
          <a:xfrm>
            <a:off x="10696921" y="270094"/>
            <a:ext cx="2620385" cy="689413"/>
            <a:chOff x="3539975" y="3523525"/>
            <a:chExt cx="745925" cy="196250"/>
          </a:xfrm>
        </p:grpSpPr>
        <p:sp>
          <p:nvSpPr>
            <p:cNvPr id="2089" name="Google Shape;2089;p4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0" name="Google Shape;2090;p4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1" name="Google Shape;2091;p4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2" name="Google Shape;2092;p4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3" name="Google Shape;2093;p4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4" name="Google Shape;2094;p4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5" name="Google Shape;2095;p4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6" name="Google Shape;2096;p4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7" name="Google Shape;2097;p4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8" name="Google Shape;2098;p4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9" name="Google Shape;2099;p4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0" name="Google Shape;2100;p4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1" name="Google Shape;2101;p4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2" name="Google Shape;2102;p4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3" name="Google Shape;2103;p4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4" name="Google Shape;2104;p4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0632186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6" name="Google Shape;2106;p43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43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108" name="Google Shape;2108;p43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2109" name="Google Shape;2109;p4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0" name="Google Shape;2110;p43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11" name="Google Shape;2111;p43"/>
          <p:cNvGrpSpPr/>
          <p:nvPr/>
        </p:nvGrpSpPr>
        <p:grpSpPr>
          <a:xfrm>
            <a:off x="476951" y="1614100"/>
            <a:ext cx="476605" cy="1275072"/>
            <a:chOff x="357713" y="600975"/>
            <a:chExt cx="357454" cy="956304"/>
          </a:xfrm>
        </p:grpSpPr>
        <p:sp>
          <p:nvSpPr>
            <p:cNvPr id="2112" name="Google Shape;2112;p43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3" name="Google Shape;2113;p43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4" name="Google Shape;2114;p43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5" name="Google Shape;2115;p43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16" name="Google Shape;2116;p43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117" name="Google Shape;2117;p4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8" name="Google Shape;2118;p4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9" name="Google Shape;2119;p4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0" name="Google Shape;2120;p4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1" name="Google Shape;2121;p4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2" name="Google Shape;2122;p4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3" name="Google Shape;2123;p4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4" name="Google Shape;2124;p4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5" name="Google Shape;2125;p4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6" name="Google Shape;2126;p4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7" name="Google Shape;2127;p4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8" name="Google Shape;2128;p4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9" name="Google Shape;2129;p4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0" name="Google Shape;2130;p4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1" name="Google Shape;2131;p4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2" name="Google Shape;2132;p4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2133" name="Google Shape;213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919" y="-10698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84659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5" name="Google Shape;2135;p44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6" name="Google Shape;2136;p44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137" name="Google Shape;2137;p44"/>
          <p:cNvGrpSpPr/>
          <p:nvPr/>
        </p:nvGrpSpPr>
        <p:grpSpPr>
          <a:xfrm>
            <a:off x="522485" y="5438227"/>
            <a:ext cx="385560" cy="379624"/>
            <a:chOff x="426000" y="3302025"/>
            <a:chExt cx="220875" cy="217475"/>
          </a:xfrm>
        </p:grpSpPr>
        <p:sp>
          <p:nvSpPr>
            <p:cNvPr id="2138" name="Google Shape;2138;p44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39" name="Google Shape;2139;p44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40" name="Google Shape;2140;p44"/>
          <p:cNvGrpSpPr/>
          <p:nvPr/>
        </p:nvGrpSpPr>
        <p:grpSpPr>
          <a:xfrm>
            <a:off x="476951" y="1918900"/>
            <a:ext cx="476605" cy="1275072"/>
            <a:chOff x="357713" y="600975"/>
            <a:chExt cx="357454" cy="956304"/>
          </a:xfrm>
        </p:grpSpPr>
        <p:sp>
          <p:nvSpPr>
            <p:cNvPr id="2141" name="Google Shape;2141;p44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2" name="Google Shape;2142;p44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3" name="Google Shape;2143;p44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4" name="Google Shape;2144;p44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45" name="Google Shape;2145;p44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146" name="Google Shape;2146;p44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7" name="Google Shape;2147;p44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8" name="Google Shape;2148;p44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49" name="Google Shape;2149;p44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0" name="Google Shape;2150;p44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1" name="Google Shape;2151;p44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2" name="Google Shape;2152;p44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3" name="Google Shape;2153;p44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4" name="Google Shape;2154;p44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5" name="Google Shape;2155;p44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6" name="Google Shape;2156;p44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7" name="Google Shape;2157;p44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8" name="Google Shape;2158;p44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59" name="Google Shape;2159;p44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0" name="Google Shape;2160;p44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1" name="Google Shape;2161;p44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162" name="Google Shape;2162;p44"/>
          <p:cNvSpPr/>
          <p:nvPr/>
        </p:nvSpPr>
        <p:spPr>
          <a:xfrm>
            <a:off x="954068" y="3900180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2163" name="Google Shape;216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2919" y="-10698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521221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5" name="Google Shape;2165;p45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5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167" name="Google Shape;2167;p45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2168" name="Google Shape;2168;p45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69" name="Google Shape;2169;p45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70" name="Google Shape;2170;p45"/>
          <p:cNvGrpSpPr/>
          <p:nvPr/>
        </p:nvGrpSpPr>
        <p:grpSpPr>
          <a:xfrm>
            <a:off x="476951" y="1614100"/>
            <a:ext cx="476605" cy="1275072"/>
            <a:chOff x="357713" y="600975"/>
            <a:chExt cx="357454" cy="956304"/>
          </a:xfrm>
        </p:grpSpPr>
        <p:sp>
          <p:nvSpPr>
            <p:cNvPr id="2171" name="Google Shape;2171;p45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2" name="Google Shape;2172;p45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3" name="Google Shape;2173;p45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4" name="Google Shape;2174;p45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75" name="Google Shape;2175;p45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176" name="Google Shape;2176;p45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7" name="Google Shape;2177;p45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8" name="Google Shape;2178;p45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79" name="Google Shape;2179;p45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0" name="Google Shape;2180;p45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1" name="Google Shape;2181;p45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2" name="Google Shape;2182;p45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3" name="Google Shape;2183;p45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4" name="Google Shape;2184;p45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5" name="Google Shape;2185;p45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6" name="Google Shape;2186;p45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7" name="Google Shape;2187;p45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8" name="Google Shape;2188;p45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9" name="Google Shape;2189;p45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90" name="Google Shape;2190;p45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91" name="Google Shape;2191;p45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422166981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46"/>
          <p:cNvPicPr preferRelativeResize="0"/>
          <p:nvPr/>
        </p:nvPicPr>
        <p:blipFill rotWithShape="1">
          <a:blip r:embed="rId2">
            <a:alphaModFix amt="60000"/>
          </a:blip>
          <a:srcRect l="39" r="2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46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2195" name="Google Shape;21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0349" flipH="1">
            <a:off x="-1504912" y="5662272"/>
            <a:ext cx="12470949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6" name="Google Shape;2196;p46"/>
          <p:cNvGrpSpPr/>
          <p:nvPr/>
        </p:nvGrpSpPr>
        <p:grpSpPr>
          <a:xfrm flipH="1">
            <a:off x="580209" y="5648093"/>
            <a:ext cx="385713" cy="379624"/>
            <a:chOff x="419162" y="3302025"/>
            <a:chExt cx="220963" cy="217475"/>
          </a:xfrm>
        </p:grpSpPr>
        <p:sp>
          <p:nvSpPr>
            <p:cNvPr id="2197" name="Google Shape;2197;p46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98" name="Google Shape;2198;p46"/>
            <p:cNvSpPr/>
            <p:nvPr/>
          </p:nvSpPr>
          <p:spPr>
            <a:xfrm>
              <a:off x="419162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199" name="Google Shape;2199;p46"/>
          <p:cNvGrpSpPr/>
          <p:nvPr/>
        </p:nvGrpSpPr>
        <p:grpSpPr>
          <a:xfrm flipH="1">
            <a:off x="-1771901" y="3225304"/>
            <a:ext cx="2620385" cy="689413"/>
            <a:chOff x="3539975" y="3523525"/>
            <a:chExt cx="745925" cy="196250"/>
          </a:xfrm>
        </p:grpSpPr>
        <p:sp>
          <p:nvSpPr>
            <p:cNvPr id="2200" name="Google Shape;2200;p4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1" name="Google Shape;2201;p4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2" name="Google Shape;2202;p4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3" name="Google Shape;2203;p4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4" name="Google Shape;2204;p4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5" name="Google Shape;2205;p4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6" name="Google Shape;2206;p4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7" name="Google Shape;2207;p4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8" name="Google Shape;2208;p4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9" name="Google Shape;2209;p4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0" name="Google Shape;2210;p4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1" name="Google Shape;2211;p4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2" name="Google Shape;2212;p4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3" name="Google Shape;2213;p4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4" name="Google Shape;2214;p4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5" name="Google Shape;2215;p4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34010475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7" name="Google Shape;2217;p47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18" name="Google Shape;2218;p47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219" name="Google Shape;2219;p47"/>
          <p:cNvGrpSpPr/>
          <p:nvPr/>
        </p:nvGrpSpPr>
        <p:grpSpPr>
          <a:xfrm>
            <a:off x="522485" y="1722245"/>
            <a:ext cx="385560" cy="379624"/>
            <a:chOff x="426000" y="3302025"/>
            <a:chExt cx="220875" cy="217475"/>
          </a:xfrm>
        </p:grpSpPr>
        <p:sp>
          <p:nvSpPr>
            <p:cNvPr id="2220" name="Google Shape;2220;p4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1" name="Google Shape;2221;p4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222" name="Google Shape;2222;p47"/>
          <p:cNvGrpSpPr/>
          <p:nvPr/>
        </p:nvGrpSpPr>
        <p:grpSpPr>
          <a:xfrm rot="10800000" flipH="1">
            <a:off x="476951" y="4346124"/>
            <a:ext cx="476605" cy="1275072"/>
            <a:chOff x="357713" y="600975"/>
            <a:chExt cx="357454" cy="956304"/>
          </a:xfrm>
        </p:grpSpPr>
        <p:sp>
          <p:nvSpPr>
            <p:cNvPr id="2223" name="Google Shape;2223;p47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4" name="Google Shape;2224;p47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5" name="Google Shape;2225;p47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6" name="Google Shape;2226;p47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227" name="Google Shape;2227;p47"/>
          <p:cNvGrpSpPr/>
          <p:nvPr/>
        </p:nvGrpSpPr>
        <p:grpSpPr>
          <a:xfrm rot="10800000" flipH="1">
            <a:off x="7829444" y="6297365"/>
            <a:ext cx="1057675" cy="243865"/>
            <a:chOff x="2685575" y="2835950"/>
            <a:chExt cx="433000" cy="99825"/>
          </a:xfrm>
        </p:grpSpPr>
        <p:sp>
          <p:nvSpPr>
            <p:cNvPr id="2228" name="Google Shape;2228;p47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9" name="Google Shape;2229;p47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0" name="Google Shape;2230;p47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1" name="Google Shape;2231;p47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232" name="Google Shape;2232;p47"/>
          <p:cNvGrpSpPr/>
          <p:nvPr/>
        </p:nvGrpSpPr>
        <p:grpSpPr>
          <a:xfrm rot="10800000" flipH="1">
            <a:off x="676319" y="6246632"/>
            <a:ext cx="2692235" cy="2692235"/>
            <a:chOff x="1943325" y="-220375"/>
            <a:chExt cx="1298672" cy="1298672"/>
          </a:xfrm>
        </p:grpSpPr>
        <p:sp>
          <p:nvSpPr>
            <p:cNvPr id="2233" name="Google Shape;2233;p47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4" name="Google Shape;2234;p47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5" name="Google Shape;2235;p47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6" name="Google Shape;2236;p47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7" name="Google Shape;2237;p47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8" name="Google Shape;2238;p47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9" name="Google Shape;2239;p47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0" name="Google Shape;2240;p47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1" name="Google Shape;2241;p47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2" name="Google Shape;2242;p47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3" name="Google Shape;2243;p47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4" name="Google Shape;2244;p47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5" name="Google Shape;2245;p47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6" name="Google Shape;2246;p47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7" name="Google Shape;2247;p47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8" name="Google Shape;2248;p47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9" name="Google Shape;2249;p47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0" name="Google Shape;2250;p47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1" name="Google Shape;2251;p47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2" name="Google Shape;2252;p47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3" name="Google Shape;2253;p47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4" name="Google Shape;2254;p47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5" name="Google Shape;2255;p47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6" name="Google Shape;2256;p47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7" name="Google Shape;2257;p47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8" name="Google Shape;2258;p47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59" name="Google Shape;2259;p47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0" name="Google Shape;2260;p47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1" name="Google Shape;2261;p47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2" name="Google Shape;2262;p47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3" name="Google Shape;2263;p47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4" name="Google Shape;2264;p47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5" name="Google Shape;2265;p47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6" name="Google Shape;2266;p47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7" name="Google Shape;2267;p47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8" name="Google Shape;2268;p47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69" name="Google Shape;2269;p47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0" name="Google Shape;2270;p47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1" name="Google Shape;2271;p47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2" name="Google Shape;2272;p47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3" name="Google Shape;2273;p47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4" name="Google Shape;2274;p47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5" name="Google Shape;2275;p47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6" name="Google Shape;2276;p47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7" name="Google Shape;2277;p47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8" name="Google Shape;2278;p47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79" name="Google Shape;2279;p47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0" name="Google Shape;2280;p47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281" name="Google Shape;2281;p47"/>
          <p:cNvGrpSpPr/>
          <p:nvPr/>
        </p:nvGrpSpPr>
        <p:grpSpPr>
          <a:xfrm rot="10800000" flipH="1">
            <a:off x="10543588" y="717656"/>
            <a:ext cx="2620385" cy="689413"/>
            <a:chOff x="3539975" y="3523525"/>
            <a:chExt cx="745925" cy="196250"/>
          </a:xfrm>
        </p:grpSpPr>
        <p:sp>
          <p:nvSpPr>
            <p:cNvPr id="2282" name="Google Shape;2282;p4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3" name="Google Shape;2283;p4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4" name="Google Shape;2284;p4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5" name="Google Shape;2285;p4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6" name="Google Shape;2286;p4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7" name="Google Shape;2287;p4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8" name="Google Shape;2288;p4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89" name="Google Shape;2289;p4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0" name="Google Shape;2290;p4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1" name="Google Shape;2291;p4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2" name="Google Shape;2292;p4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3" name="Google Shape;2293;p4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4" name="Google Shape;2294;p4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5" name="Google Shape;2295;p4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6" name="Google Shape;2296;p4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97" name="Google Shape;2297;p4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54927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48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48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301" name="Google Shape;2301;p48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2302" name="Google Shape;2302;p48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04" name="Google Shape;2304;p48"/>
          <p:cNvGrpSpPr/>
          <p:nvPr/>
        </p:nvGrpSpPr>
        <p:grpSpPr>
          <a:xfrm>
            <a:off x="476951" y="1614100"/>
            <a:ext cx="476605" cy="1275072"/>
            <a:chOff x="357713" y="600975"/>
            <a:chExt cx="357454" cy="956304"/>
          </a:xfrm>
        </p:grpSpPr>
        <p:sp>
          <p:nvSpPr>
            <p:cNvPr id="2305" name="Google Shape;2305;p4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7" name="Google Shape;2307;p4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08" name="Google Shape;2308;p4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09" name="Google Shape;2309;p48"/>
          <p:cNvGrpSpPr/>
          <p:nvPr/>
        </p:nvGrpSpPr>
        <p:grpSpPr>
          <a:xfrm>
            <a:off x="522485" y="5838529"/>
            <a:ext cx="2692235" cy="2692235"/>
            <a:chOff x="1943325" y="-220375"/>
            <a:chExt cx="1298672" cy="1298672"/>
          </a:xfrm>
        </p:grpSpPr>
        <p:sp>
          <p:nvSpPr>
            <p:cNvPr id="2310" name="Google Shape;2310;p48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1" name="Google Shape;2311;p48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2" name="Google Shape;2312;p48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3" name="Google Shape;2313;p48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4" name="Google Shape;2314;p48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6" name="Google Shape;2316;p48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7" name="Google Shape;2317;p48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8" name="Google Shape;2318;p48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19" name="Google Shape;2319;p48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0" name="Google Shape;2320;p48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1" name="Google Shape;2321;p48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2" name="Google Shape;2322;p48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3" name="Google Shape;2323;p48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6" name="Google Shape;2326;p48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7" name="Google Shape;2327;p48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2" name="Google Shape;2332;p48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3" name="Google Shape;2333;p48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4" name="Google Shape;2334;p48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5" name="Google Shape;2335;p48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7" name="Google Shape;2337;p48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8" name="Google Shape;2338;p48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9" name="Google Shape;2339;p48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0" name="Google Shape;2340;p48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1" name="Google Shape;2341;p48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2" name="Google Shape;2342;p48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3" name="Google Shape;2343;p48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4" name="Google Shape;2344;p48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5" name="Google Shape;2345;p48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6" name="Google Shape;2346;p48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7" name="Google Shape;2347;p48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8" name="Google Shape;2348;p48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9" name="Google Shape;2349;p48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0" name="Google Shape;2350;p48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1" name="Google Shape;2351;p48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2" name="Google Shape;2352;p48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3" name="Google Shape;2353;p48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4" name="Google Shape;2354;p48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5" name="Google Shape;2355;p48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6" name="Google Shape;2356;p48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7" name="Google Shape;2357;p48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58" name="Google Shape;2358;p48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359" name="Google Shape;2359;p4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0" name="Google Shape;2360;p4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1" name="Google Shape;2361;p4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2" name="Google Shape;2362;p4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3" name="Google Shape;2363;p4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4" name="Google Shape;2364;p4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5" name="Google Shape;2365;p4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6" name="Google Shape;2366;p4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7" name="Google Shape;2367;p4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8" name="Google Shape;2368;p4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9" name="Google Shape;2369;p4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0" name="Google Shape;2370;p4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1" name="Google Shape;2371;p4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2" name="Google Shape;2372;p4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3" name="Google Shape;2373;p4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4" name="Google Shape;2374;p4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375" name="Google Shape;2375;p48"/>
          <p:cNvSpPr/>
          <p:nvPr/>
        </p:nvSpPr>
        <p:spPr>
          <a:xfrm>
            <a:off x="10395047" y="3677500"/>
            <a:ext cx="1100603" cy="2231584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2376" name="Google Shape;2376;p48"/>
          <p:cNvSpPr/>
          <p:nvPr/>
        </p:nvSpPr>
        <p:spPr>
          <a:xfrm>
            <a:off x="954068" y="3188980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pic>
        <p:nvPicPr>
          <p:cNvPr id="2377" name="Google Shape;237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9503" y="-7894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8171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49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0" name="Google Shape;2380;p49"/>
          <p:cNvGrpSpPr/>
          <p:nvPr/>
        </p:nvGrpSpPr>
        <p:grpSpPr>
          <a:xfrm rot="-5400000" flipH="1">
            <a:off x="-3590366" y="2691562"/>
            <a:ext cx="5333884" cy="4234508"/>
            <a:chOff x="5207925" y="-1994879"/>
            <a:chExt cx="4000413" cy="3175881"/>
          </a:xfrm>
        </p:grpSpPr>
        <p:sp>
          <p:nvSpPr>
            <p:cNvPr id="2381" name="Google Shape;2381;p49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384" name="Google Shape;2384;p49"/>
          <p:cNvSpPr/>
          <p:nvPr/>
        </p:nvSpPr>
        <p:spPr>
          <a:xfrm>
            <a:off x="11353652" y="4295141"/>
            <a:ext cx="740689" cy="739059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2385" name="Google Shape;2385;p49"/>
          <p:cNvGrpSpPr/>
          <p:nvPr/>
        </p:nvGrpSpPr>
        <p:grpSpPr>
          <a:xfrm>
            <a:off x="2219844" y="6240898"/>
            <a:ext cx="1057675" cy="243865"/>
            <a:chOff x="2685575" y="2835950"/>
            <a:chExt cx="433000" cy="99825"/>
          </a:xfrm>
        </p:grpSpPr>
        <p:sp>
          <p:nvSpPr>
            <p:cNvPr id="2386" name="Google Shape;2386;p4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390" name="Google Shape;2390;p49"/>
          <p:cNvGrpSpPr/>
          <p:nvPr/>
        </p:nvGrpSpPr>
        <p:grpSpPr>
          <a:xfrm>
            <a:off x="5007270" y="6484771"/>
            <a:ext cx="2620385" cy="689413"/>
            <a:chOff x="3539975" y="3523525"/>
            <a:chExt cx="745925" cy="196250"/>
          </a:xfrm>
        </p:grpSpPr>
        <p:sp>
          <p:nvSpPr>
            <p:cNvPr id="2391" name="Google Shape;2391;p4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07" name="Google Shape;2407;p49"/>
          <p:cNvGrpSpPr/>
          <p:nvPr/>
        </p:nvGrpSpPr>
        <p:grpSpPr>
          <a:xfrm>
            <a:off x="11238074" y="2316949"/>
            <a:ext cx="1386541" cy="906400"/>
            <a:chOff x="4082325" y="3790650"/>
            <a:chExt cx="1039906" cy="679800"/>
          </a:xfrm>
        </p:grpSpPr>
        <p:sp>
          <p:nvSpPr>
            <p:cNvPr id="2408" name="Google Shape;2408;p49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411" name="Google Shape;2411;p49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56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3867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54215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3" name="Google Shape;2413;p50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4" name="Google Shape;2414;p50"/>
          <p:cNvSpPr txBox="1">
            <a:spLocks noGrp="1"/>
          </p:cNvSpPr>
          <p:nvPr>
            <p:ph type="title"/>
          </p:nvPr>
        </p:nvSpPr>
        <p:spPr>
          <a:xfrm>
            <a:off x="1154867" y="718667"/>
            <a:ext cx="5142000" cy="101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7733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15" name="Google Shape;2415;p50"/>
          <p:cNvSpPr txBox="1">
            <a:spLocks noGrp="1"/>
          </p:cNvSpPr>
          <p:nvPr>
            <p:ph type="subTitle" idx="1"/>
          </p:nvPr>
        </p:nvSpPr>
        <p:spPr>
          <a:xfrm>
            <a:off x="1155033" y="2229583"/>
            <a:ext cx="51420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6" name="Google Shape;2416;p50"/>
          <p:cNvSpPr txBox="1"/>
          <p:nvPr/>
        </p:nvSpPr>
        <p:spPr>
          <a:xfrm>
            <a:off x="1163200" y="4953467"/>
            <a:ext cx="43292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243833" rIns="121900" bIns="1219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CREDITS</a:t>
            </a:r>
            <a:r>
              <a:rPr lang="en" sz="1467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: This presentation template was created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, and includes icons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 b="1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 </a:t>
            </a:r>
            <a:r>
              <a:rPr lang="en" sz="1467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rPr>
              <a:t>and infographics &amp; images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Bai Jamjuree"/>
                <a:ea typeface="Bai Jamjuree"/>
                <a:cs typeface="Bai Jamjuree"/>
                <a:sym typeface="Bai Jamjure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lt1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grpSp>
        <p:nvGrpSpPr>
          <p:cNvPr id="2417" name="Google Shape;2417;p50"/>
          <p:cNvGrpSpPr/>
          <p:nvPr/>
        </p:nvGrpSpPr>
        <p:grpSpPr>
          <a:xfrm>
            <a:off x="-1889115" y="3811080"/>
            <a:ext cx="2692235" cy="2692235"/>
            <a:chOff x="1943325" y="-220375"/>
            <a:chExt cx="1298672" cy="1298672"/>
          </a:xfrm>
        </p:grpSpPr>
        <p:sp>
          <p:nvSpPr>
            <p:cNvPr id="2418" name="Google Shape;2418;p5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19" name="Google Shape;2419;p5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0" name="Google Shape;2420;p5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1" name="Google Shape;2421;p5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2" name="Google Shape;2422;p5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3" name="Google Shape;2423;p5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4" name="Google Shape;2424;p5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5" name="Google Shape;2425;p5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6" name="Google Shape;2426;p5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7" name="Google Shape;2427;p5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8" name="Google Shape;2428;p5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29" name="Google Shape;2429;p5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0" name="Google Shape;2430;p5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1" name="Google Shape;2431;p5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2" name="Google Shape;2432;p5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3" name="Google Shape;2433;p5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4" name="Google Shape;2434;p5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5" name="Google Shape;2435;p5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6" name="Google Shape;2436;p5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7" name="Google Shape;2437;p5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8" name="Google Shape;2438;p5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39" name="Google Shape;2439;p5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0" name="Google Shape;2440;p5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1" name="Google Shape;2441;p5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2" name="Google Shape;2442;p5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3" name="Google Shape;2443;p5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4" name="Google Shape;2444;p5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5" name="Google Shape;2445;p5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6" name="Google Shape;2446;p5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7" name="Google Shape;2447;p5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8" name="Google Shape;2448;p5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49" name="Google Shape;2449;p5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0" name="Google Shape;2450;p5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1" name="Google Shape;2451;p5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2" name="Google Shape;2452;p5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3" name="Google Shape;2453;p5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4" name="Google Shape;2454;p5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5" name="Google Shape;2455;p5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6" name="Google Shape;2456;p5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7" name="Google Shape;2457;p5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8" name="Google Shape;2458;p5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59" name="Google Shape;2459;p5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0" name="Google Shape;2460;p5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1" name="Google Shape;2461;p5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2" name="Google Shape;2462;p5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3" name="Google Shape;2463;p5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4" name="Google Shape;2464;p5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5" name="Google Shape;2465;p5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66" name="Google Shape;2466;p50"/>
          <p:cNvGrpSpPr/>
          <p:nvPr/>
        </p:nvGrpSpPr>
        <p:grpSpPr>
          <a:xfrm rot="-5400000">
            <a:off x="-4050677" y="-1636161"/>
            <a:ext cx="5269505" cy="4234508"/>
            <a:chOff x="5256209" y="-1994879"/>
            <a:chExt cx="3952129" cy="3175881"/>
          </a:xfrm>
        </p:grpSpPr>
        <p:sp>
          <p:nvSpPr>
            <p:cNvPr id="2467" name="Google Shape;2467;p50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8" name="Google Shape;2468;p50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280122358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t="9" b="9"/>
          <a:stretch/>
        </p:blipFill>
        <p:spPr>
          <a:xfrm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623601" y="5007533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522485" y="4727027"/>
            <a:ext cx="385560" cy="379624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476951" y="1207700"/>
            <a:ext cx="476605" cy="1275072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7011077" y="963829"/>
            <a:ext cx="1057675" cy="243865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11155421" y="4572294"/>
            <a:ext cx="2620385" cy="689413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52919" y="-10698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969157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t="9" b="9"/>
          <a:stretch/>
        </p:blipFill>
        <p:spPr>
          <a:xfrm rot="10800000" flipH="1">
            <a:off x="0" y="2"/>
            <a:ext cx="12192003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l="228" r="238"/>
          <a:stretch/>
        </p:blipFill>
        <p:spPr>
          <a:xfrm flipH="1">
            <a:off x="-12" y="5354767"/>
            <a:ext cx="12470951" cy="357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11310908" y="5354760"/>
            <a:ext cx="377776" cy="379624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10900684" y="187329"/>
            <a:ext cx="2692235" cy="2692235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623601" y="4572294"/>
            <a:ext cx="2620385" cy="689413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537999" y="-861433"/>
            <a:ext cx="3370016" cy="3575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93477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18909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5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957816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98449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541333"/>
            <a:ext cx="5547600" cy="31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722133"/>
            <a:ext cx="5547600" cy="5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90206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50967" y="3179000"/>
            <a:ext cx="5792400" cy="12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957800"/>
            <a:ext cx="16856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50967" y="4400200"/>
            <a:ext cx="5792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068653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453301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6740379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2111067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67403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21107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331971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329731" y="-379053"/>
            <a:ext cx="12851467" cy="7824217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84229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3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960000" y="2202767"/>
            <a:ext cx="5726400" cy="28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68808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5723033" y="2218467"/>
            <a:ext cx="5518000" cy="2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90581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150633" y="2207333"/>
            <a:ext cx="60904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5150633" y="3755900"/>
            <a:ext cx="60904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857283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960000" y="5256833"/>
            <a:ext cx="10272000" cy="8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89912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2365467"/>
            <a:ext cx="6234800" cy="14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950967" y="3829700"/>
            <a:ext cx="62348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379919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02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556948" y="-571503"/>
            <a:ext cx="13305847" cy="8001012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960000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4559028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960000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4559028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8158065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8158065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2007200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2007200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606228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5606228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9205267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9205267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960000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4559028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8158065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960000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4559028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8158065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486588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635233" y="4306000"/>
            <a:ext cx="8921600" cy="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635217" y="1821600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500353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400632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" name="Google Shape;124;p16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5" name="Google Shape;125;p16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6891119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731744" y="-779864"/>
            <a:ext cx="13655480" cy="822503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159784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93602784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93444" y="-671787"/>
            <a:ext cx="12578893" cy="8201584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960000" y="1693751"/>
            <a:ext cx="5036400" cy="22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960000" y="3973084"/>
            <a:ext cx="5036400" cy="11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6829233" y="1413767"/>
            <a:ext cx="4145600" cy="41456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4338490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960000" y="2183400"/>
            <a:ext cx="47972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960000" y="3601000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518882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4" name="Google Shape;184;p2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5" name="Google Shape;185;p21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6449600" y="2395133"/>
            <a:ext cx="47912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6449833" y="3254867"/>
            <a:ext cx="4791200" cy="12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60312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7" name="Google Shape;197;p22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8" name="Google Shape;198;p22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960000" y="1620989"/>
            <a:ext cx="10272000" cy="13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593247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1" name="Google Shape;211;p23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2" name="Google Shape;212;p23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960000" y="1620999"/>
            <a:ext cx="10272000" cy="41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24661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413964" y="4667636"/>
            <a:ext cx="13019933" cy="3103939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6428108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971933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971933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6428121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3046385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873727" y="4582114"/>
            <a:ext cx="13939460" cy="3081628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6195000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465784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2809752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682714" y="-477364"/>
            <a:ext cx="13559217" cy="7906872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11749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4570600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79662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11749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4570605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79662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098549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692611" y="3566280"/>
            <a:ext cx="13632280" cy="3659917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523933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6332455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523933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6332455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523949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523949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6332451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6332451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766906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355297" y="4455197"/>
            <a:ext cx="12902613" cy="3095895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1291365" y="298081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458541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1291365" y="528976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458541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787916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787916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1291365" y="2520184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458541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787916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1291365" y="4829100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458541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787916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822758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5802633" y="851133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5802633" y="1769700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5802633" y="2654149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5802633" y="3572705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5802633" y="4457165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5802633" y="5375732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9413707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950967" y="9033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950967" y="24552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950967" y="4815933"/>
            <a:ext cx="6792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15611829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2530044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17398760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50955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968111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4D56CB-7729-4F9B-B383-5D5EDD1C4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9821333" y="4558433"/>
            <a:ext cx="2370667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39E53A78-6591-EEDA-1DFD-F106ECC52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821333" y="4558438"/>
            <a:ext cx="2370667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F5ADCC5-3878-853E-8614-59CF8B2810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208" y="837382"/>
            <a:ext cx="7837069" cy="3696518"/>
          </a:xfrm>
        </p:spPr>
        <p:txBody>
          <a:bodyPr anchor="t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99E747C-251E-F759-ABCD-CD941BA33A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1208" y="4648199"/>
            <a:ext cx="7837070" cy="891581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C031AA0C-A2A7-B56D-9661-B2A56DD37D1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1208" y="5730282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8A332-DECC-D8DD-0E19-762C6FFB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4EB1C08-1A28-5224-563E-C8AF24A3F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529DAF-CFD3-BC3E-C570-099DAEEB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C113ED2-FAFE-A686-C43C-7C104C28E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580C5C3-0FF4-BA92-445D-48CC4C54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AB71EF6-F4ED-6CD6-E0C2-EAB75D0F0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821333" y="0"/>
            <a:ext cx="2370665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24268F0-A8A4-E399-5FC5-6384B8BD9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835107" y="-1"/>
            <a:ext cx="2356893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AC4EA9-78A7-EDEB-A4B1-0E44AB2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821331" y="2456493"/>
            <a:ext cx="2370668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ACCD3CEE-6646-969D-7160-69226A1B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10444462" y="2810904"/>
            <a:ext cx="1124412" cy="2370664"/>
          </a:xfrm>
          <a:custGeom>
            <a:avLst/>
            <a:gdLst>
              <a:gd name="connsiteX0" fmla="*/ 600765 w 600765"/>
              <a:gd name="connsiteY0" fmla="*/ 0 h 1266628"/>
              <a:gd name="connsiteX1" fmla="*/ 600765 w 600765"/>
              <a:gd name="connsiteY1" fmla="*/ 1266628 h 1266628"/>
              <a:gd name="connsiteX2" fmla="*/ 508593 w 600765"/>
              <a:gd name="connsiteY2" fmla="*/ 1257336 h 1266628"/>
              <a:gd name="connsiteX3" fmla="*/ 0 w 600765"/>
              <a:gd name="connsiteY3" fmla="*/ 633314 h 1266628"/>
              <a:gd name="connsiteX4" fmla="*/ 508593 w 600765"/>
              <a:gd name="connsiteY4" fmla="*/ 9292 h 126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765" h="1266628">
                <a:moveTo>
                  <a:pt x="600765" y="0"/>
                </a:moveTo>
                <a:lnTo>
                  <a:pt x="600765" y="1266628"/>
                </a:lnTo>
                <a:lnTo>
                  <a:pt x="508593" y="1257336"/>
                </a:lnTo>
                <a:cubicBezTo>
                  <a:pt x="218339" y="1197942"/>
                  <a:pt x="0" y="941126"/>
                  <a:pt x="0" y="633314"/>
                </a:cubicBezTo>
                <a:cubicBezTo>
                  <a:pt x="0" y="325502"/>
                  <a:pt x="218339" y="68686"/>
                  <a:pt x="508593" y="92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927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184A5B9-E2EB-CB8F-9FCE-B435678B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937750" y="3696527"/>
            <a:ext cx="2254248" cy="3163005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BEF628E3-8F76-0E9D-3DEE-A459731EF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37750" y="5736197"/>
            <a:ext cx="2254250" cy="1121803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4A9AA8-C219-474F-E074-634356B77D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837382"/>
            <a:ext cx="7837069" cy="3696518"/>
          </a:xfrm>
        </p:spPr>
        <p:txBody>
          <a:bodyPr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2979924-61C7-4C37-EAF2-46A0A2A2D13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48199"/>
            <a:ext cx="7837070" cy="104287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946F423E-A433-4DDE-A3C0-3165FE754F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57225" y="5883110"/>
            <a:ext cx="2349499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24AAE30-F15B-1702-BB62-5EF514C387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3F5C5-ED4D-E322-2AF6-F166C684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3C27666-6814-D528-A7CD-540241E7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75F1C151-830E-3940-1AE4-FB8D2BD62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219F9CAC-9EAC-C1A6-0F7E-3F8E87DFD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173937D-CDC9-73E6-6B3E-2447EC17A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9937750" y="1"/>
            <a:ext cx="2254248" cy="36949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CBC384E9-DFB8-C4B8-FD41-571F33CD6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37750" y="-2"/>
            <a:ext cx="2254250" cy="369651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133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>
            <a:extLst>
              <a:ext uri="{FF2B5EF4-FFF2-40B4-BE49-F238E27FC236}">
                <a16:creationId xmlns:a16="http://schemas.microsoft.com/office/drawing/2014/main" id="{B97416E4-EDCD-B6B0-871B-59B523934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Freeform: Shape 59">
            <a:extLst>
              <a:ext uri="{FF2B5EF4-FFF2-40B4-BE49-F238E27FC236}">
                <a16:creationId xmlns:a16="http://schemas.microsoft.com/office/drawing/2014/main" id="{E2D01E03-0AE5-38F7-B2E7-A561D2D8E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F6DBF5FB-1D7F-AA76-089E-78475F22B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Freeform: Shape 59">
            <a:extLst>
              <a:ext uri="{FF2B5EF4-FFF2-40B4-BE49-F238E27FC236}">
                <a16:creationId xmlns:a16="http://schemas.microsoft.com/office/drawing/2014/main" id="{44A1C6DB-DBF1-64FE-805A-746B1CA7C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57D558E-B648-BBEB-46E0-F39608643F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25650" y="1122363"/>
            <a:ext cx="8140700" cy="23876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764C513-A87E-FCB7-156B-282EBAF019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25650" y="3602038"/>
            <a:ext cx="8140700" cy="881062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D9CC7D7-743B-85D5-5C99-E91249AF7E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981200" y="5793918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A3A1DD-04DE-1541-1FFF-3A707AF5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7C9CB-6FF6-0287-178B-6CADEEB9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84A680-FB9E-E42D-DDAA-5791A07BD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B3A19901-5D82-7B65-7782-E6852337B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8F412048-B308-2DFC-686A-6DA382617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EA419E24-8272-CD51-84D8-E7CA5E6F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reeform: Shape 9">
            <a:extLst>
              <a:ext uri="{FF2B5EF4-FFF2-40B4-BE49-F238E27FC236}">
                <a16:creationId xmlns:a16="http://schemas.microsoft.com/office/drawing/2014/main" id="{FC750F5C-AF95-4BA8-1FF7-DF14E175B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8EB19805-760B-FC22-27FF-2642CF681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16723D4D-CE24-1BFA-381F-67A51CF4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DD86B10-8265-2F8F-A1C8-E1C52EB8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reeform: Shape 9">
            <a:extLst>
              <a:ext uri="{FF2B5EF4-FFF2-40B4-BE49-F238E27FC236}">
                <a16:creationId xmlns:a16="http://schemas.microsoft.com/office/drawing/2014/main" id="{4EDA9D06-9457-35FD-607C-E7105181A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693957" y="3812957"/>
            <a:ext cx="1498042" cy="745484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33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49885F5-BCBD-1B93-4BD0-913F4539E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1973" y="3986909"/>
            <a:ext cx="11288052" cy="1331597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044FD8C-6C45-EC5E-5CA3-79C3C87BF8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1973" y="5416550"/>
            <a:ext cx="11288052" cy="61595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99621" y="964"/>
            <a:ext cx="5578791" cy="3888401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E6436228-797E-53A8-A7F9-52AD1B8E0F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1973" y="6087722"/>
            <a:ext cx="1801825" cy="266701"/>
          </a:xfrm>
        </p:spPr>
        <p:txBody>
          <a:bodyPr lIns="0" tIns="0" rIns="0" bIns="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4172-860D-1647-047C-C3738A9C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F49D81A-40A1-67EF-AB98-6D6B4700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469B88-8070-4714-51D1-F43A0AFE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13429-7FDC-7187-2143-8A9EEDD8A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93548" y="-195013"/>
            <a:ext cx="1957956" cy="23479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4876CF-E930-1022-BFB1-83127357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597" y="3"/>
            <a:ext cx="2351132" cy="117001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63CC7-EA2E-97AB-5E20-B44890F7E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03865" y="1754093"/>
            <a:ext cx="1940257" cy="2347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A88D6-0F39-DB96-BA62-7586959D1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2544101" y="-198088"/>
            <a:ext cx="1954953" cy="23511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13202E-A252-90D1-ED83-5D7FB9C4F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2551501" y="1746727"/>
            <a:ext cx="1940259" cy="235102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B2E8D-ECD5-FF51-A5CA-5FB0750DA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2554974" y="1743143"/>
            <a:ext cx="1933202" cy="2351131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BE33DCB4-EBE4-F9F4-40E1-A1109F436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253534" y="22400"/>
            <a:ext cx="1960861" cy="19160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9D37B0-DB36-8B46-3EE5-848EE070F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0265341" y="1968544"/>
            <a:ext cx="1937248" cy="19160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49AE85A-7CA3-CA3E-CAC1-2D64B4689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10263835" y="1970054"/>
            <a:ext cx="1940259" cy="1916066"/>
          </a:xfrm>
          <a:custGeom>
            <a:avLst/>
            <a:gdLst>
              <a:gd name="connsiteX0" fmla="*/ 0 w 2115288"/>
              <a:gd name="connsiteY0" fmla="*/ 2092083 h 2092083"/>
              <a:gd name="connsiteX1" fmla="*/ 0 w 2115288"/>
              <a:gd name="connsiteY1" fmla="*/ 0 h 2092083"/>
              <a:gd name="connsiteX2" fmla="*/ 2115288 w 2115288"/>
              <a:gd name="connsiteY2" fmla="*/ 0 h 2092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15288" h="2092083">
                <a:moveTo>
                  <a:pt x="0" y="2092083"/>
                </a:moveTo>
                <a:lnTo>
                  <a:pt x="0" y="0"/>
                </a:lnTo>
                <a:lnTo>
                  <a:pt x="21152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19692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621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43FFF1-DDFA-80AA-76D1-22BD8FF1A07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32261" y="482261"/>
            <a:ext cx="5828395" cy="3987800"/>
          </a:xfrm>
        </p:spPr>
        <p:txBody>
          <a:bodyPr lIns="0" tIns="0" rIns="0" bIns="0"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507D3A1-9DD8-7489-4AF4-BA29A6CDB4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32260" y="4625351"/>
            <a:ext cx="5828396" cy="891675"/>
          </a:xfrm>
        </p:spPr>
        <p:txBody>
          <a:bodyPr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64491" y="1339850"/>
            <a:ext cx="3762007" cy="4905375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0F3AF08-58B8-1240-DC7F-D213996B2AE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671050" y="5982369"/>
            <a:ext cx="1589606" cy="266701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CAC3F6DD-F963-7D20-7D44-A9471028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D3E5DEB-74C0-2DEA-0038-2F004421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EFCC32E-F87E-343D-5B5C-6507310C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0E8E679-660F-5B58-91D7-9E0CDF0A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" y="-3"/>
            <a:ext cx="1360674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587E180-57E3-C8FA-E365-AB365B7F4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7937" y="-5"/>
            <a:ext cx="1352738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2F644D-1D4F-6486-A506-5B5A7BE49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0" y="2232018"/>
            <a:ext cx="1360677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Freeform: Shape 9">
            <a:extLst>
              <a:ext uri="{FF2B5EF4-FFF2-40B4-BE49-F238E27FC236}">
                <a16:creationId xmlns:a16="http://schemas.microsoft.com/office/drawing/2014/main" id="{155A9F5C-6C2B-B9A0-9DF2-D4B82FBE6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3471537"/>
            <a:ext cx="1360678" cy="677127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6B928C87-B3CE-A38B-38D7-B0948D3E4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-2" y="4148664"/>
            <a:ext cx="1360677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Freeform: Shape 59">
            <a:extLst>
              <a:ext uri="{FF2B5EF4-FFF2-40B4-BE49-F238E27FC236}">
                <a16:creationId xmlns:a16="http://schemas.microsoft.com/office/drawing/2014/main" id="{1F867251-402A-C2DE-7D05-B8E48B7E7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0" y="4148663"/>
            <a:ext cx="1360678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0734332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1814480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05384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F45E22-547F-B6E1-5F51-CFECC13B2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5818" y="6245509"/>
            <a:ext cx="513411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F1C19B4F-DFB6-9576-9DF4-96FE43A1EC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0628" y="482261"/>
            <a:ext cx="5824186" cy="3987799"/>
          </a:xfrm>
        </p:spPr>
        <p:txBody>
          <a:bodyPr lIns="0" tIns="0" rIns="0" bIns="0" anchor="b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D99BC2BC-8A72-7BB8-D8C8-CB385D30BB7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0628" y="4640704"/>
            <a:ext cx="5824186" cy="876323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EC403ECD-0E61-4F10-7162-E98E5D2C68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0629" y="5978808"/>
            <a:ext cx="1737322" cy="266701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r>
              <a:rPr lang="en-US" sz="1600"/>
              <a:t>Presenter Name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35CA494-5B62-D1F6-0DF6-40D86758938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5818" y="1331046"/>
            <a:ext cx="3772303" cy="4914460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742842F-049E-5CE5-521C-3D7CF466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7807E5-619C-C6C7-6226-8A9540B6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873A478-35CD-870F-0A0C-AD044CED3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1B4E1136-DFDD-32BF-5846-514278A0F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4973B099-8DFA-53FB-1105-A26CC3601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4574" y="-104573"/>
            <a:ext cx="274322" cy="48347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F5FF0307-7223-2A57-49F7-205DFC3CA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AB33DB86-5F38-0CF7-F613-511E8B1B1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1" name="Rectangle 6">
            <a:extLst>
              <a:ext uri="{FF2B5EF4-FFF2-40B4-BE49-F238E27FC236}">
                <a16:creationId xmlns:a16="http://schemas.microsoft.com/office/drawing/2014/main" id="{B297F7B8-C42C-1B4A-C596-DA9004187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3CDB4C82-C1F2-7A31-B0C0-EC7A16E86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833888" y="3428999"/>
            <a:ext cx="1366047" cy="71966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33" name="Rectangle 8">
            <a:extLst>
              <a:ext uri="{FF2B5EF4-FFF2-40B4-BE49-F238E27FC236}">
                <a16:creationId xmlns:a16="http://schemas.microsoft.com/office/drawing/2014/main" id="{D03B5295-1DAD-F67E-A9D1-1EDDEDAE0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833955" y="4148664"/>
            <a:ext cx="1365981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C681F86B-1EB2-1ABD-11BE-7405C317D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833955" y="4148663"/>
            <a:ext cx="1365980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15250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quence Numb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22365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30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06802"/>
            <a:ext cx="3230562" cy="454183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719656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82744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quence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80042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8202" y="2558836"/>
            <a:ext cx="6735597" cy="2536289"/>
          </a:xfrm>
        </p:spPr>
        <p:txBody>
          <a:bodyPr lIns="0" tIns="0" rIns="0" bIns="0" anchor="t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2978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10775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91875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364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61313" y="1316038"/>
            <a:ext cx="3230562" cy="454183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7230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00951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0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40B915B-DDF9-DD98-A561-3684DEE38343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5929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EA40962-D6F9-CBBE-FF2C-4EC3830F9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 flipV="1">
            <a:off x="0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EC816DDB-9EA2-DF6E-AAED-1B18863E5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04F26B9-B28E-8D10-94D1-04FE26C5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4947CEF4-1632-7EBE-80C3-C52AE183F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8202" y="2160856"/>
            <a:ext cx="6735597" cy="2536289"/>
          </a:xfrm>
        </p:spPr>
        <p:txBody>
          <a:bodyPr lIns="0" tIns="0" rIns="0" bIns="0" anchor="ctr">
            <a:no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E61E74D-D5FA-5080-2F53-0087775B3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8" name="Freeform: Shape 59">
            <a:extLst>
              <a:ext uri="{FF2B5EF4-FFF2-40B4-BE49-F238E27FC236}">
                <a16:creationId xmlns:a16="http://schemas.microsoft.com/office/drawing/2014/main" id="{470C155E-4CCC-564B-027C-CDC41E373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285D770-FD07-EC97-B009-40BA4F4D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9F696CCD-6826-7E03-C9F2-76B5BC139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1A24A50-A008-86B3-5F54-E8B7B3A9C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C476D228-FB57-F7F8-C68A-E3413EFE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03673381-EECC-4D46-EDE7-C5E028BE1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Freeform: Shape 9">
            <a:extLst>
              <a:ext uri="{FF2B5EF4-FFF2-40B4-BE49-F238E27FC236}">
                <a16:creationId xmlns:a16="http://schemas.microsoft.com/office/drawing/2014/main" id="{4441DE95-147E-9B38-A464-7A9CF35C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04994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12711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F79B09-7D88-8381-B406-AFD71843F9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4000" y="2197099"/>
            <a:ext cx="10504000" cy="37741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5D5E2D8-F574-39FC-A2DB-A1AE4B96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74751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19372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323949A-41F3-9274-96B9-AE55D20E7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73CEA9-5FE2-4144-7BCF-29CF17143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13246-8EC0-8C70-3F45-8768D7C5F7C9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650C69B-A152-BD06-9047-9F7118B5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7912CA5-005B-5D63-2624-E78C51C2E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: Shape 59">
            <a:extLst>
              <a:ext uri="{FF2B5EF4-FFF2-40B4-BE49-F238E27FC236}">
                <a16:creationId xmlns:a16="http://schemas.microsoft.com/office/drawing/2014/main" id="{693E4553-C52A-1094-51E7-50535E769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19C42F7F-708C-263A-B3B6-00E85FDE0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12D9E626-EA86-5127-0C73-7BCA5CC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Freeform: Shape 59">
            <a:extLst>
              <a:ext uri="{FF2B5EF4-FFF2-40B4-BE49-F238E27FC236}">
                <a16:creationId xmlns:a16="http://schemas.microsoft.com/office/drawing/2014/main" id="{E36196F9-2EDE-D6C7-C18F-0CA6607F6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10102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424940"/>
            <a:ext cx="10515600" cy="1325880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143AB-871B-A40A-4ABF-203E36300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00" y="313467"/>
            <a:ext cx="11554400" cy="550700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E213731-C6F5-8BF4-CFFA-DB6F3E7CBA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7518267-D602-CAB2-16AC-CF280D7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6B0E37-DA37-08EC-5352-201C44098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3446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17031" y="977462"/>
            <a:ext cx="6357939" cy="1639640"/>
          </a:xfrm>
        </p:spPr>
        <p:txBody>
          <a:bodyPr lIns="0" tIns="0" rIns="0" bIns="0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179A78-77A7-2005-19C5-C07E817AB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030" y="3178628"/>
            <a:ext cx="6357939" cy="284745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100"/>
            </a:lvl3pPr>
            <a:lvl4pPr marL="1371600" indent="0" algn="ctr">
              <a:buNone/>
              <a:defRPr sz="1050"/>
            </a:lvl4pPr>
            <a:lvl5pPr marL="1828800" indent="0" algn="ctr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D3A9C5A-2E4F-8513-3BB5-484AF6AB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71FE74-F4ED-F522-8E6C-987B7D9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4DB04A-B800-A67D-2202-5E3127DE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8FE1527-C73A-10FD-DC23-1B90C0C20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594723" cy="12187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606E1E0-F3DA-894A-2D3C-A22A48141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218702"/>
            <a:ext cx="592750" cy="3553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37B66F-8A88-B401-B56A-B1819D1B7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72126"/>
            <a:ext cx="592750" cy="20858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8B4A883-7D2B-B3A4-E71C-97A5282E4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6189" y="-1"/>
            <a:ext cx="589758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33DD5763-4396-FB3F-84CF-397FE27E1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5880326"/>
            <a:ext cx="592750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79FFE37C-246F-C521-201C-7A3929C75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606189" y="0"/>
            <a:ext cx="593702" cy="977674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F03D9D30-3DEA-8443-E734-46EB19A6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6192" y="2076566"/>
            <a:ext cx="589753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CFF138E9-CABA-E863-0725-2AF946DDF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6189" y="5633579"/>
            <a:ext cx="589755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2242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6">
            <a:extLst>
              <a:ext uri="{FF2B5EF4-FFF2-40B4-BE49-F238E27FC236}">
                <a16:creationId xmlns:a16="http://schemas.microsoft.com/office/drawing/2014/main" id="{0BBEF3D7-DB5B-7581-44D1-A96990F4C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Freeform: Shape 59">
            <a:extLst>
              <a:ext uri="{FF2B5EF4-FFF2-40B4-BE49-F238E27FC236}">
                <a16:creationId xmlns:a16="http://schemas.microsoft.com/office/drawing/2014/main" id="{AA1200B2-C1B6-992C-FCB0-92D95EFEB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3F37E9B1-B103-4DC6-4C5C-CBAE64410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416414" y="4574669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CE39DDF-DFF5-AB6F-F487-951C570F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385975"/>
            <a:ext cx="4325112" cy="24547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7BD2-62D0-543A-E4EC-DB0D7C8A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2385976"/>
            <a:ext cx="5464817" cy="24547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0CB7A08-999A-FAF6-CC22-3A805F79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1001B33-CCD1-56DE-1347-50FE52B44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5BA3F666-FC83-4A06-E2D1-F54F36EE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6670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1706AB-E4B8-078D-026D-990252BF2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2258568"/>
            <a:ext cx="6077527" cy="355701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4DBBEFEB-B716-AD6B-320D-005C214A9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4575B1-A0F2-12EE-BB19-CB6ADE8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431A50-B82F-CFF9-D038-8C4456D09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EF11A17-6EB4-B345-9C96-E6F438C8A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3B3BEDEF-57A1-D087-1E15-6B0456EC5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11370119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0E338B6-58A3-91A4-F5EB-CD40D614F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5AD26084-EDDC-61FF-5474-7DF349CC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19396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109587"/>
            <a:ext cx="4145582" cy="4638825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AF18FE0-442F-6AE0-4A34-0A68895F3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1109587"/>
            <a:ext cx="6077527" cy="46388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DC0C90B-196D-619B-00AC-36C5F6C0B5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64F9FBE-A6F5-09E6-684B-233C0D23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451D253-EA22-2614-2FD1-DC0FEB26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6832F4-CE37-2BF9-DDF5-11B7ABE0B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394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Freeform: Shape 59">
            <a:extLst>
              <a:ext uri="{FF2B5EF4-FFF2-40B4-BE49-F238E27FC236}">
                <a16:creationId xmlns:a16="http://schemas.microsoft.com/office/drawing/2014/main" id="{7DBA236D-4EBB-E514-DF68-7891C120A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-229131" y="237025"/>
            <a:ext cx="1066800" cy="592750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5A191311-3AF4-ADF9-7C92-3ED08ED5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ED7C5B45-BE42-B3FC-6515-F1F37CCC2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97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18774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DD1C0B-8CAB-7B69-0068-FA66F2AC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018" y="874923"/>
            <a:ext cx="6077527" cy="4940661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C4E1284-6ADD-36BA-D939-FD3B6B69F28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EEB4352-9E14-63F9-D5BD-0659C3CC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9A0B020-52CF-C931-68F6-A67EAB11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reeform: Shape 16">
            <a:extLst>
              <a:ext uri="{FF2B5EF4-FFF2-40B4-BE49-F238E27FC236}">
                <a16:creationId xmlns:a16="http://schemas.microsoft.com/office/drawing/2014/main" id="{274252EB-C02E-C37B-E2A2-ABBFED742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Freeform: Shape 17">
            <a:extLst>
              <a:ext uri="{FF2B5EF4-FFF2-40B4-BE49-F238E27FC236}">
                <a16:creationId xmlns:a16="http://schemas.microsoft.com/office/drawing/2014/main" id="{66E27A39-E979-7436-99F0-9EE45FC8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Freeform: Shape 19">
            <a:extLst>
              <a:ext uri="{FF2B5EF4-FFF2-40B4-BE49-F238E27FC236}">
                <a16:creationId xmlns:a16="http://schemas.microsoft.com/office/drawing/2014/main" id="{ACA57297-62CA-9D0A-0CFD-396A7514D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389D975E-EBA4-68ED-C38F-B40A2C9DC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400058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46B297-C880-6157-3B17-0BC02453D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831919"/>
            <a:ext cx="6742545" cy="5194161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ECDA90-A26B-C002-52AC-C255703344E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7998B-12FC-4418-98A3-E280DFBA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B562A23-051B-C681-23C4-7436AC3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9702558A-53E4-8EAB-6E0F-09871DB4F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D9D4F1C-0061-C3CC-D460-24FDA6B88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BE74AEB5-27F7-D3F7-353D-F0C293E28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038BAB3B-0C8B-44FB-985D-D01959AF8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05121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>
            <a:extLst>
              <a:ext uri="{FF2B5EF4-FFF2-40B4-BE49-F238E27FC236}">
                <a16:creationId xmlns:a16="http://schemas.microsoft.com/office/drawing/2014/main" id="{F32ACEC3-9042-9CA8-6E03-E51EC9B00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C406346C-7029-3258-5052-CEF732EAE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1525127B-EAD0-C6C2-5539-A82B684A5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0AD2D883-EB46-4708-231E-8E06FFCC0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1700B-05FA-57C3-2F6D-E68122FE6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A9F9493-409B-15D0-BE96-3C506B18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1E01870-8427-A77F-33A2-524EAE9E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0307E41-6967-98D0-2B22-C44AADD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9412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8CE92327-3D7D-91A2-CBCF-20D78488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5611E7B7-7FBD-C6BE-4220-4A9AFC269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10">
            <a:extLst>
              <a:ext uri="{FF2B5EF4-FFF2-40B4-BE49-F238E27FC236}">
                <a16:creationId xmlns:a16="http://schemas.microsoft.com/office/drawing/2014/main" id="{694C599F-AFDE-9701-5E41-913EF170A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6" y="2698032"/>
            <a:ext cx="4040595" cy="295742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A4ECD-4494-EA14-631D-9D60BF413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6979BA07-7690-B8B0-F566-619EBF2C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3B42A884-4919-DB12-4A6A-A0629C84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0A143ED-F5E5-1F8B-C749-6CB1442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328280-7591-87BA-48BC-57154E8F9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7E2E09B4-079D-3AC2-569B-351AC77F3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40504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7064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AB4555F-BCE5-B734-1A0A-7B68F143C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4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59458D0-3685-F716-1340-4CA2129FC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49" y="2698033"/>
            <a:ext cx="4040595" cy="29574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B5FDF597-FAC1-BC65-1C5C-5C7AA57F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8CF5147-075A-42DE-BA84-4D53ACCB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966F281-4FB2-63EB-5F87-0CE9630EA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FB09EC07-8CA4-4E29-5495-97F9FF909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7907203D-D192-301A-C181-9D4573A85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C631F856-0C45-8546-C095-0C0B6F379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924F2AA6-5AE1-A2E0-1742-8C420548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2694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155CA260-60C6-0862-8D37-67F8B32D7D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5" y="886783"/>
            <a:ext cx="938635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4095" y="2698032"/>
            <a:ext cx="4040596" cy="295742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4AD2F-D082-4D53-364B-2AB7F22C4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0414" y="2698032"/>
            <a:ext cx="4459331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3427FD-24F0-2A8C-4797-41345DBC146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55F9FEB-4B22-C769-CFAF-F6CF37A54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E8B32F-8DE7-DA38-22D9-A4AB011E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4FEF3EBE-C792-9A19-4F3A-11F8E8521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Freeform: Shape 17">
            <a:extLst>
              <a:ext uri="{FF2B5EF4-FFF2-40B4-BE49-F238E27FC236}">
                <a16:creationId xmlns:a16="http://schemas.microsoft.com/office/drawing/2014/main" id="{32DD04BE-0EC2-B435-EC39-F70F0B4D4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5" name="Freeform: Shape 19">
            <a:extLst>
              <a:ext uri="{FF2B5EF4-FFF2-40B4-BE49-F238E27FC236}">
                <a16:creationId xmlns:a16="http://schemas.microsoft.com/office/drawing/2014/main" id="{C7346FF1-1F4E-6102-72E8-B661677DE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6" name="Freeform: Shape 18">
            <a:extLst>
              <a:ext uri="{FF2B5EF4-FFF2-40B4-BE49-F238E27FC236}">
                <a16:creationId xmlns:a16="http://schemas.microsoft.com/office/drawing/2014/main" id="{281C9290-51EF-B467-0F94-917BE4AB6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2941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61B8709-B6C6-B6A2-8039-23E2746AC2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3393" y="886783"/>
            <a:ext cx="9386351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CE8CAE3-17FA-FA2A-D6BF-43BBD09B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3396" y="2698032"/>
            <a:ext cx="4782604" cy="295742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Picture Placeholder 10">
            <a:extLst>
              <a:ext uri="{FF2B5EF4-FFF2-40B4-BE49-F238E27FC236}">
                <a16:creationId xmlns:a16="http://schemas.microsoft.com/office/drawing/2014/main" id="{BCF6BC28-50F8-F181-0051-83FAF05643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9150" y="2698032"/>
            <a:ext cx="4040595" cy="295742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269C55-855F-A8C7-5284-8ADFEC54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4DC330-9F30-20C2-60AD-2F0AD2871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BA67A5-F86C-E56E-2CA5-913F58D09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1D8A0EC4-4B8F-427F-7E90-7A7BCDFFE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7710114B-0C3A-98B0-CCBD-1242ACA3F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0F1B5886-DB08-F251-544B-FA1B14D51C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Freeform: Shape 59">
            <a:extLst>
              <a:ext uri="{FF2B5EF4-FFF2-40B4-BE49-F238E27FC236}">
                <a16:creationId xmlns:a16="http://schemas.microsoft.com/office/drawing/2014/main" id="{0BA04B21-2519-6018-CD0C-897EC7ACF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30442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37751-87A6-2102-5FE0-13CF04753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064" y="2050473"/>
            <a:ext cx="4522936" cy="39527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7C7EDD-DB32-06EC-F820-BCF6715A244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FC55F9D-1F89-7C43-F3C5-6A855F82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A576E1-43A8-DA10-8404-0BA92AFB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4774B974-C60E-962D-A2BF-A8D91844B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38ED7D40-86A1-ABCA-9230-F31126FBD3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644CC40D-4D0B-8820-3E77-FF38C10EF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F876AF74-00A8-A58C-C900-156CB37E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013514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87664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6A5C8C-1C5F-8F3C-7273-ECFA2686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491" y="2899064"/>
            <a:ext cx="4572000" cy="312701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49D7FA6-EF6B-01F5-1B41-77B0DC79D0E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C0937A-F86B-C55A-CAB8-2F846105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31334FA-8FF3-5A9F-F579-96C33FF3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7A021801-1E66-C93E-CA81-2F4A5B6D0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DE776DA-FCE8-B4E5-0C47-C09678BFF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850E7C7-C469-6C82-35B3-A4D50FA38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BDD13537-C329-9582-A499-5B198F35C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8250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8022B9-94F3-E71A-0D00-132BBF9A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2595418"/>
            <a:ext cx="3423200" cy="340775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22A4C20-C591-B7BA-88A2-EE4295E42B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90BD26-2598-EE89-F73A-1685B739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882322-2806-6BFB-ACF1-EB3E6930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A7FA8BD1-9A20-5381-CC5C-A27497B1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FCD0DE49-3A7C-EE4C-61A3-FAF4F1B22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67B11D7-CD08-FAED-9296-480025235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50CF2599-B950-2167-E974-CC7481C7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619598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anchor="b">
            <a:no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04DE6-EAC2-AC37-0397-9528F6C57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2540000"/>
            <a:ext cx="3423200" cy="34860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E8F2FDC-C562-B34A-6571-DC32774263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CD5EAC-3346-2E3B-3C1B-E978B8BD4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221974C-11FF-808A-131E-5B13E74A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69F1C76D-67DE-DFCB-797B-209A9222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2D7E2290-C841-FA30-B540-94E323C37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98CB2567-FE22-5916-E6EE-BF2E420C8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061982EF-A562-8BFF-583D-EB011D564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48103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3DB3FE-F7D2-E449-4412-979DFDADD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3452" y="2992582"/>
            <a:ext cx="3273553" cy="29310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B3F9524-AF16-7B88-FD0F-5D85D35D402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809F231-51ED-DDB0-9D71-BF8956AA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004408D-81FD-E507-7BBD-A8D6584E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697E7E97-2AF1-DCEF-1577-E6BB3BF3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E9317DCD-DD5B-9395-5430-ADD837B16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FD993BD8-30E5-EFEA-32A5-68475D04F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AA84551-1089-1E65-5C17-6F400C1EA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31797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29A789-F42A-CE01-5134-E27AA725C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7236" y="4509559"/>
            <a:ext cx="5750764" cy="151652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E6EE51A-242F-6B3B-BC3A-A775A4D3ABC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AF2934-39B9-625F-CE2A-760A04F0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A7CB57-5E03-8E25-767F-8320CC05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EDC08D2B-BE98-2387-126D-01CA1E351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EDB9B957-9A7F-6030-9FD9-7190608C4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30A39C3-B004-B36E-236D-BDD46BB5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C16C57F0-678F-7C1D-45CA-3A0EEF6D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52204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98E2102-73F7-E059-C739-47418EA8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0109" y="3785800"/>
            <a:ext cx="7357891" cy="2240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529124B-3B19-6FC6-9F79-A760D6CA945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173872-0F8A-92BB-60FA-06E41B054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4982C76-6FB9-F3AD-FA15-0D32F3D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9731B2A6-3038-F565-C577-E69DD5BC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A67BA275-E7E6-7053-A026-EB3872622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7F446589-4583-8647-CFA5-49008F0B9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B5B742C4-F546-E27E-53EA-AC608C08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19993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37715F-06AC-F5A6-12CE-84D44B400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4764" y="824389"/>
            <a:ext cx="7293236" cy="224780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A42EE36-6D78-ED96-BA7A-0AE1F0DD31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E381D81-8909-BE95-6F06-C0C32493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5B87E8A-0424-908A-2920-72BA97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F2F4F436-2885-E919-59D1-9F4B72461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7">
            <a:extLst>
              <a:ext uri="{FF2B5EF4-FFF2-40B4-BE49-F238E27FC236}">
                <a16:creationId xmlns:a16="http://schemas.microsoft.com/office/drawing/2014/main" id="{19B02536-A5B7-CFE8-D253-CC3FCA173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99ACFEDC-62BE-1738-94DB-A9A847423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8">
            <a:extLst>
              <a:ext uri="{FF2B5EF4-FFF2-40B4-BE49-F238E27FC236}">
                <a16:creationId xmlns:a16="http://schemas.microsoft.com/office/drawing/2014/main" id="{0C3F2215-0CD2-E69F-A2BD-8DFCDB37B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24160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8C7461-314A-7430-6CA4-63A01F73B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9017" y="2081049"/>
            <a:ext cx="4108945" cy="394503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8C7D2F-9D75-2435-3CAF-B6029DA9EDE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94DE6-442D-DCFE-9025-59816725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CE053A-D84D-F068-2187-0593A6D6D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: Shape 59">
            <a:extLst>
              <a:ext uri="{FF2B5EF4-FFF2-40B4-BE49-F238E27FC236}">
                <a16:creationId xmlns:a16="http://schemas.microsoft.com/office/drawing/2014/main" id="{481F23A8-0C6F-3F32-0B98-06736333D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BC56C0F3-A0B5-A7A6-A072-97B2A5722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D199749-F152-56FE-4504-73DF7E157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reeform: Shape 59">
            <a:extLst>
              <a:ext uri="{FF2B5EF4-FFF2-40B4-BE49-F238E27FC236}">
                <a16:creationId xmlns:a16="http://schemas.microsoft.com/office/drawing/2014/main" id="{95BDD05D-8B5F-8B0A-B47B-E97C0D386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77060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71DC-86DF-2230-52AD-9440B5CB4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836" y="852883"/>
            <a:ext cx="5750764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162FE03-22B1-3FC9-D0A1-70C4C9B6F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AAD1C7F-699D-B975-BBB5-3F8AAE99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A90F4F4-332A-7489-099F-649FE29D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69458B26-18DF-0F22-F73B-FBF0117AB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29454459-F726-2777-3904-98ED4301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4AFF45CF-7D31-04CD-2EDB-8FBEADAE8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Freeform: Shape 59">
            <a:extLst>
              <a:ext uri="{FF2B5EF4-FFF2-40B4-BE49-F238E27FC236}">
                <a16:creationId xmlns:a16="http://schemas.microsoft.com/office/drawing/2014/main" id="{7EC0A88E-95E4-54C0-4C7B-90A8A6AD7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353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C9BBE1-F163-BFCA-3F62-3189A30FA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073" y="852883"/>
            <a:ext cx="6757527" cy="515223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D1735F2-E2C8-9B6A-C3E1-C7B56CDE41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ABF240-AB8A-B851-60A3-07C17BF9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CE6569-5A00-FAA6-16A6-9CAC579A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59">
            <a:extLst>
              <a:ext uri="{FF2B5EF4-FFF2-40B4-BE49-F238E27FC236}">
                <a16:creationId xmlns:a16="http://schemas.microsoft.com/office/drawing/2014/main" id="{D093A1E9-14E7-F1BD-8AD3-0926AC4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082F9D-17F7-A6A3-6F59-395DBD040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40635C57-C6B6-95FF-FF70-8E4EC72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64C0BF67-AD24-8BA3-7BFE-4FC4B3109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63672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3999" y="5076496"/>
            <a:ext cx="7559021" cy="949583"/>
          </a:xfrm>
        </p:spPr>
        <p:txBody>
          <a:bodyPr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0B43-8816-7247-6389-43D5551017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27E193F-93CE-A072-84E6-1413DA17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8423F9-4799-A3D7-1F4C-F18DF70A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reeform: Shape 16">
            <a:extLst>
              <a:ext uri="{FF2B5EF4-FFF2-40B4-BE49-F238E27FC236}">
                <a16:creationId xmlns:a16="http://schemas.microsoft.com/office/drawing/2014/main" id="{88041669-6793-077D-9837-4A969A82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Freeform: Shape 17">
            <a:extLst>
              <a:ext uri="{FF2B5EF4-FFF2-40B4-BE49-F238E27FC236}">
                <a16:creationId xmlns:a16="http://schemas.microsoft.com/office/drawing/2014/main" id="{AC3F6980-A0AE-0D20-BB5F-49A002200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Freeform: Shape 19">
            <a:extLst>
              <a:ext uri="{FF2B5EF4-FFF2-40B4-BE49-F238E27FC236}">
                <a16:creationId xmlns:a16="http://schemas.microsoft.com/office/drawing/2014/main" id="{02937DA2-B26D-43F5-EA04-BE9925EF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8">
            <a:extLst>
              <a:ext uri="{FF2B5EF4-FFF2-40B4-BE49-F238E27FC236}">
                <a16:creationId xmlns:a16="http://schemas.microsoft.com/office/drawing/2014/main" id="{EBDA1D10-E930-CB39-86A5-FA42DB422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909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FE8812C-E055-50E4-0169-A1950E62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A94C-87F9-4135-8D16-E44AFA1F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DE2A589-D2DC-84F9-7195-EA18408E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93E8DDA7-6F09-A45D-D2CD-D785473EF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Freeform: Shape 59">
            <a:extLst>
              <a:ext uri="{FF2B5EF4-FFF2-40B4-BE49-F238E27FC236}">
                <a16:creationId xmlns:a16="http://schemas.microsoft.com/office/drawing/2014/main" id="{67B1242D-E100-7A0B-1A2F-727DD9934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V="1">
            <a:off x="218569" y="-219375"/>
            <a:ext cx="312166" cy="7493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D3D4B49A-33A3-4552-3BC7-AFEDF4F56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416414" y="-1971971"/>
            <a:ext cx="312165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539B139C-807D-C305-EDA8-691E0DFB6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90193" y="-590448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288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BFDC082-8545-4E14-11AF-FFBD6384E6D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FEC98-351C-9217-F32A-E626491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9528185-249C-C3DD-E678-AFBB8FFF5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699D7479-A95C-B9AB-8F14-BDAE9D997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36AD101D-8188-88D0-9B81-9437DD5E3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148622B-2A3E-B519-D517-B1227723B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0B9E09DF-714D-90DF-B3AD-44EABE33E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4447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80D95FF-5457-4897-C849-71357B0BD4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7FA8F0C3-BC6D-6591-CB4A-11D861FBC72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90E5DD-D445-87A5-7673-8A1F88BD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3BBD032-D2AB-904A-8441-9141AC45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BB3875C-AB86-8E9A-4F93-9CCBB06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FB298429-8DA5-BFFD-51EB-A90E073B0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3C3643E2-FB9D-A282-05D4-4ADCA28D3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1D24C1E-2499-ECF1-B8DF-E0B4343EA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B0AE408-95C0-A98F-93FE-469A71B6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51977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FA7C22B-A89C-426A-2C61-A4248B0DB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372961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2744D9B-8B76-550A-34DF-7C3E89C14E5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3EFFE-734C-E450-E89C-CA99223B86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0393E-DBD1-6BA9-3978-D776FE47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A968107-B15C-8E6D-FE8F-5B9CF718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C74BB1-A215-A0A5-E737-8BCC4B63B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EBEFF781-B473-6F4A-B48E-4BDDBDA22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9949D4-4863-4EB4-07B7-1DE490BE5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66188E6-7A98-AC66-FEEF-2258A532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220012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93AB473-5AA2-F8C2-52FE-444C26F55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74064"/>
            <a:ext cx="10652760" cy="1133856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B5C6304-7175-022B-6047-B7061B9529B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51932"/>
            <a:ext cx="8266176" cy="558427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01E0B-6390-6AEC-5C53-5D538E158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D45BA7E-BB20-C646-2450-F8562ED9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B1D2082-DF85-D231-9624-6372331F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3E5FC2-5685-46E9-2717-E0629E608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-1"/>
            <a:ext cx="592750" cy="2076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Graphic 21">
            <a:extLst>
              <a:ext uri="{FF2B5EF4-FFF2-40B4-BE49-F238E27FC236}">
                <a16:creationId xmlns:a16="http://schemas.microsoft.com/office/drawing/2014/main" id="{C526560E-0081-7213-2B8C-2BEC157A2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3197" y="3590"/>
            <a:ext cx="592750" cy="2076568"/>
          </a:xfrm>
          <a:custGeom>
            <a:avLst/>
            <a:gdLst>
              <a:gd name="connsiteX0" fmla="*/ 2286 w 1660874"/>
              <a:gd name="connsiteY0" fmla="*/ 1660874 h 1660874"/>
              <a:gd name="connsiteX1" fmla="*/ 0 w 1660874"/>
              <a:gd name="connsiteY1" fmla="*/ 0 h 1660874"/>
              <a:gd name="connsiteX2" fmla="*/ 1660874 w 1660874"/>
              <a:gd name="connsiteY2" fmla="*/ 2286 h 1660874"/>
              <a:gd name="connsiteX3" fmla="*/ 1660874 w 1660874"/>
              <a:gd name="connsiteY3" fmla="*/ 10954 h 1660874"/>
              <a:gd name="connsiteX4" fmla="*/ 17812 w 1660874"/>
              <a:gd name="connsiteY4" fmla="*/ 1660874 h 1660874"/>
              <a:gd name="connsiteX5" fmla="*/ 2286 w 1660874"/>
              <a:gd name="connsiteY5" fmla="*/ 1660874 h 1660874"/>
              <a:gd name="connsiteX6" fmla="*/ 2286 w 1660874"/>
              <a:gd name="connsiteY6" fmla="*/ 1660874 h 1660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60874" h="1660874">
                <a:moveTo>
                  <a:pt x="2286" y="1660874"/>
                </a:moveTo>
                <a:lnTo>
                  <a:pt x="0" y="0"/>
                </a:lnTo>
                <a:lnTo>
                  <a:pt x="1660874" y="2286"/>
                </a:lnTo>
                <a:lnTo>
                  <a:pt x="1660874" y="10954"/>
                </a:lnTo>
                <a:lnTo>
                  <a:pt x="17812" y="1660874"/>
                </a:lnTo>
                <a:lnTo>
                  <a:pt x="2286" y="1660874"/>
                </a:lnTo>
                <a:lnTo>
                  <a:pt x="2286" y="166087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9A8E9E-14B4-DCD2-5039-79CFB3442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599250" y="2076566"/>
            <a:ext cx="596697" cy="3557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DBFDC890-4416-3434-05AF-08ECA9FC9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1601222" y="5633580"/>
            <a:ext cx="594723" cy="1224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46438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50D50B0-843C-5B14-48D1-87F8D200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6ADB1-ED49-7629-9149-E16F9F0A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9AE49E-D511-6279-081B-4E86B48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AD384D22-7069-5A9F-31CA-EEDEA8AAF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6AE04790-7C0A-5078-4BBB-C4DBA5633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5111550E-DD6C-68D9-796D-CC69B24BB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1" name="Freeform: Shape 59">
            <a:extLst>
              <a:ext uri="{FF2B5EF4-FFF2-40B4-BE49-F238E27FC236}">
                <a16:creationId xmlns:a16="http://schemas.microsoft.com/office/drawing/2014/main" id="{29EB5C97-94A5-1E7B-8EEE-F0194617F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4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EAFB48-77A7-BA54-C30E-13615B2CFC3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CA297-04CE-E894-0801-F7FA853E1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02B948-797F-2EDF-6B6F-80E26357F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37AA86A7-00D3-E74F-78A0-15D0D5E67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E6BF3A7D-5E07-57E7-65BD-0684EBF6B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DC52BC5-949D-F72A-1862-B4C2DF8AD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64EF6841-D3F8-5018-9386-312A1A88C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012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9DEA9FFE-FE2C-A2CF-6A54-6A11FD045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693958" y="4558433"/>
            <a:ext cx="1498042" cy="22995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reeform: Shape 59">
            <a:extLst>
              <a:ext uri="{FF2B5EF4-FFF2-40B4-BE49-F238E27FC236}">
                <a16:creationId xmlns:a16="http://schemas.microsoft.com/office/drawing/2014/main" id="{7F3191B1-5F85-BFE9-41AB-CC31EB42A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693958" y="4558438"/>
            <a:ext cx="1498042" cy="229956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51857FF-9996-86DA-9589-6D9F2E71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6B0CE-1E90-D91B-206A-1AAEF0D8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564268-0963-3A71-EC86-705E6E65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AFCBF-0E31-230A-60F4-103AA780A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0"/>
            <a:ext cx="1498041" cy="24564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15B40AB6-F47D-71EB-5487-2535D533C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702662" y="-1"/>
            <a:ext cx="1489338" cy="2456489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880F52-3352-D5BD-BC6D-2567B22B1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693958" y="2456494"/>
            <a:ext cx="1498041" cy="2101947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693C49F-06BF-DE6C-456D-E415925B3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693958" y="3813296"/>
            <a:ext cx="1497360" cy="745145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76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3951C9BE-1BC0-DA0E-97D3-AEEBAEC8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2A408A81-CDF6-5FC4-EB66-DF74E6CD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84B2F785-3677-7806-7A3C-AB27487BB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0792B4B1-A255-634B-7113-0BE8BAE88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716760" y="-163879"/>
            <a:ext cx="312165" cy="6383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E17EB6F-9BB3-4A94-402E-FAD02B2C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843383" y="-2398940"/>
            <a:ext cx="312165" cy="51084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B5C09CFD-5DB4-D507-3AC9-437BB1B64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066943" y="-3066947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4" name="Freeform: Shape 59">
            <a:extLst>
              <a:ext uri="{FF2B5EF4-FFF2-40B4-BE49-F238E27FC236}">
                <a16:creationId xmlns:a16="http://schemas.microsoft.com/office/drawing/2014/main" id="{3D77659E-88C7-E969-8E1D-2B9E7B09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 flipV="1">
            <a:off x="5673214" y="-460675"/>
            <a:ext cx="312166" cy="1231903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0087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54F43-A159-C557-9E6B-CFF4F103692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669F11A-4BB7-E399-ADBB-0F360C06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6F30B9-EE4B-C493-7E8E-D3B0E35E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03AB0DEF-0DAF-10A0-D371-A2D5CFF30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E00B65A-4DD3-A66E-7B7D-B1480BCB5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69C3029D-7FB9-5E45-82D3-D6A8844A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BE1498E0-4720-9D5C-04B8-B5A8136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95878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21">
            <a:extLst>
              <a:ext uri="{FF2B5EF4-FFF2-40B4-BE49-F238E27FC236}">
                <a16:creationId xmlns:a16="http://schemas.microsoft.com/office/drawing/2014/main" id="{D0542117-0280-7EF2-981E-7EBEEA22B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0778" y="2533650"/>
            <a:ext cx="2684463" cy="1431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0CA7D34-E67D-8E1E-D764-4EEF48B5F10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37242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BF9C1CC2-757F-2074-A27F-0C3465D031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37242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21">
            <a:extLst>
              <a:ext uri="{FF2B5EF4-FFF2-40B4-BE49-F238E27FC236}">
                <a16:creationId xmlns:a16="http://schemas.microsoft.com/office/drawing/2014/main" id="{57B833E3-1027-D68D-486F-417BDE65BF4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53768" y="2533650"/>
            <a:ext cx="2684463" cy="1431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51119BFC-5232-31B7-0199-2BC44B1610E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45414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5">
            <a:extLst>
              <a:ext uri="{FF2B5EF4-FFF2-40B4-BE49-F238E27FC236}">
                <a16:creationId xmlns:a16="http://schemas.microsoft.com/office/drawing/2014/main" id="{5B52BFC0-79AE-E39B-C284-97D8EDBCA7A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745414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21">
            <a:extLst>
              <a:ext uri="{FF2B5EF4-FFF2-40B4-BE49-F238E27FC236}">
                <a16:creationId xmlns:a16="http://schemas.microsoft.com/office/drawing/2014/main" id="{CF406033-2018-29A3-CCC9-6C9E44FD5D1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14789" y="2533650"/>
            <a:ext cx="2684463" cy="1431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C3ED7ECE-1ADF-CD96-C30D-6F02AC54B1F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6435" y="4044953"/>
            <a:ext cx="2692817" cy="6807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5">
            <a:extLst>
              <a:ext uri="{FF2B5EF4-FFF2-40B4-BE49-F238E27FC236}">
                <a16:creationId xmlns:a16="http://schemas.microsoft.com/office/drawing/2014/main" id="{12DF7936-36F7-44AF-D721-23AB6274392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06435" y="4860184"/>
            <a:ext cx="2692817" cy="87961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/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33EABF6-4EA1-0F72-47E7-E214CDBF7DD4}"/>
              </a:ext>
            </a:extLst>
          </p:cNvPr>
          <p:cNvSpPr>
            <a:spLocks noGrp="1"/>
          </p:cNvSpPr>
          <p:nvPr>
            <p:ph type="dt" sz="half" idx="4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59">
            <a:extLst>
              <a:ext uri="{FF2B5EF4-FFF2-40B4-BE49-F238E27FC236}">
                <a16:creationId xmlns:a16="http://schemas.microsoft.com/office/drawing/2014/main" id="{ED3CEBA7-0265-2989-2EC6-ED2043F33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25533D8-30B7-6701-E92E-C0BA672DC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35F9418-7400-2BD9-AE41-597ECEA37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reeform: Shape 59">
            <a:extLst>
              <a:ext uri="{FF2B5EF4-FFF2-40B4-BE49-F238E27FC236}">
                <a16:creationId xmlns:a16="http://schemas.microsoft.com/office/drawing/2014/main" id="{C0743258-BC4B-50FD-71BE-9D97DF0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58510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38616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97536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E5EE63-A6DA-348D-8495-E51900A59A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9788" y="2366167"/>
            <a:ext cx="3255962" cy="36044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4087FA0-09BB-9F62-C383-36B2C6623B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4844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156A739-AA76-7366-9AE0-D20D44A62F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634844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57BB261E-3856-D4EB-E49A-A805AA8CA0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35143" y="2146300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14EE8DBC-744D-FDE5-F388-611D6C0C16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35143" y="2890426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29E55623-928E-5F9E-2EBB-9C1009DA21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34844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E7542672-472E-0E16-8066-DFA6279908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4844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D6428D0-36EF-16D7-741F-B91DFF9CC9A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35143" y="4195512"/>
            <a:ext cx="3102631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0BCE5C17-683A-5D3B-ECCE-2C25D14F89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5143" y="4939638"/>
            <a:ext cx="3102631" cy="10218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F234816-4552-682C-7011-792489AA85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59">
            <a:extLst>
              <a:ext uri="{FF2B5EF4-FFF2-40B4-BE49-F238E27FC236}">
                <a16:creationId xmlns:a16="http://schemas.microsoft.com/office/drawing/2014/main" id="{516C1398-A7AF-C02F-934D-C37C5E987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B38EA50-6705-E42C-3897-B0D76FAA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BF1543-7A6B-249C-1650-3EFEB63C1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59">
            <a:extLst>
              <a:ext uri="{FF2B5EF4-FFF2-40B4-BE49-F238E27FC236}">
                <a16:creationId xmlns:a16="http://schemas.microsoft.com/office/drawing/2014/main" id="{BBAD9B21-7393-1499-E59D-EA109D80C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20805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CC5A7648-D01A-875E-E9BB-ED5949D47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766930" y="5779705"/>
            <a:ext cx="311361" cy="18452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l"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35EC3073-FA99-7015-CBD2-0E3B9CE430C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41988" y="2331669"/>
            <a:ext cx="2302850" cy="12550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C879862E-201F-4356-6D65-28E89DB6F1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41989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5">
            <a:extLst>
              <a:ext uri="{FF2B5EF4-FFF2-40B4-BE49-F238E27FC236}">
                <a16:creationId xmlns:a16="http://schemas.microsoft.com/office/drawing/2014/main" id="{A15D05C0-B891-85E5-35C5-24FBD31E326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1989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29">
            <a:extLst>
              <a:ext uri="{FF2B5EF4-FFF2-40B4-BE49-F238E27FC236}">
                <a16:creationId xmlns:a16="http://schemas.microsoft.com/office/drawing/2014/main" id="{B9CDE245-8A43-C7AE-733E-51362998210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552179" y="2331669"/>
            <a:ext cx="2302850" cy="12550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Text Placeholder 35">
            <a:extLst>
              <a:ext uri="{FF2B5EF4-FFF2-40B4-BE49-F238E27FC236}">
                <a16:creationId xmlns:a16="http://schemas.microsoft.com/office/drawing/2014/main" id="{6741BED5-DD9B-DA08-B276-4A6A9619A77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52493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5">
            <a:extLst>
              <a:ext uri="{FF2B5EF4-FFF2-40B4-BE49-F238E27FC236}">
                <a16:creationId xmlns:a16="http://schemas.microsoft.com/office/drawing/2014/main" id="{4211193A-897F-A0CB-98F7-FD02B1E032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2493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6776899D-7EB0-41AC-9AF4-FE101D6C9E8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84660" y="2331669"/>
            <a:ext cx="2302850" cy="12550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1DED0997-D314-C6AE-A692-306403BBE6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84974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5">
            <a:extLst>
              <a:ext uri="{FF2B5EF4-FFF2-40B4-BE49-F238E27FC236}">
                <a16:creationId xmlns:a16="http://schemas.microsoft.com/office/drawing/2014/main" id="{CB02C1DA-F7C6-2990-C630-24D0D3CA89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84974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F1FE3630-D074-6944-4F08-08363014CC1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045148" y="2331669"/>
            <a:ext cx="2302850" cy="125508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7" name="Text Placeholder 35">
            <a:extLst>
              <a:ext uri="{FF2B5EF4-FFF2-40B4-BE49-F238E27FC236}">
                <a16:creationId xmlns:a16="http://schemas.microsoft.com/office/drawing/2014/main" id="{2BD521B6-BD70-6519-3BCC-0441BC90998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45462" y="3665225"/>
            <a:ext cx="2302536" cy="73513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B09D8CE1-C90E-B457-C2C5-5AE34D538BF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045462" y="4534881"/>
            <a:ext cx="2302536" cy="1511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AF960F-EA2C-059B-FD05-9627AA9B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41B0960E-E397-9136-EE2E-F2595BA18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0715814" y="-681672"/>
            <a:ext cx="311360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89DDA4E8-D382-3D12-576D-43FB555E0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11795962" y="-84996"/>
            <a:ext cx="311359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86633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53CF-A657-E995-A3A7-271D67F3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5E39344-307B-8BD6-D5B8-D1E1F155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F632A0F-F12A-0DEF-B91F-C360E126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1582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1757505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4000" y="2724912"/>
            <a:ext cx="3595634" cy="3301168"/>
          </a:xfrm>
        </p:spPr>
        <p:txBody>
          <a:bodyPr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07742" y="831919"/>
            <a:ext cx="6440258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B9FEA63-1DA3-3F9F-C50E-7AC4477F221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BD582E8-8B0D-6439-7715-18DB0157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5968CD-929F-6D74-C903-1AA5B1538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59">
            <a:extLst>
              <a:ext uri="{FF2B5EF4-FFF2-40B4-BE49-F238E27FC236}">
                <a16:creationId xmlns:a16="http://schemas.microsoft.com/office/drawing/2014/main" id="{0322356F-D701-4C42-BB8B-523069A77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2E841F2B-D332-09D0-EBCB-48E8FBC6D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024EB45-DF26-BF12-BFEF-CA485F4D9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59">
            <a:extLst>
              <a:ext uri="{FF2B5EF4-FFF2-40B4-BE49-F238E27FC236}">
                <a16:creationId xmlns:a16="http://schemas.microsoft.com/office/drawing/2014/main" id="{B1D17E64-4E73-BCCA-9364-C59A3D226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38342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595634" cy="2212313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49024" y="3260034"/>
            <a:ext cx="3585586" cy="2766045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DADB269-BBE0-1959-FE0B-2D6A08AE1A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88765A0-98CE-097F-70CA-A8CE88670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4CCF01-6BD8-D0D5-B68F-BF0D0E1E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16">
            <a:extLst>
              <a:ext uri="{FF2B5EF4-FFF2-40B4-BE49-F238E27FC236}">
                <a16:creationId xmlns:a16="http://schemas.microsoft.com/office/drawing/2014/main" id="{F978EDC5-9ECC-A0CA-79B2-E1099D052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7">
            <a:extLst>
              <a:ext uri="{FF2B5EF4-FFF2-40B4-BE49-F238E27FC236}">
                <a16:creationId xmlns:a16="http://schemas.microsoft.com/office/drawing/2014/main" id="{5CC0BF8E-63A7-7E59-17B3-46BB432D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9">
            <a:extLst>
              <a:ext uri="{FF2B5EF4-FFF2-40B4-BE49-F238E27FC236}">
                <a16:creationId xmlns:a16="http://schemas.microsoft.com/office/drawing/2014/main" id="{7C16A068-4B31-D509-6638-F057A8F5C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Freeform: Shape 18">
            <a:extLst>
              <a:ext uri="{FF2B5EF4-FFF2-40B4-BE49-F238E27FC236}">
                <a16:creationId xmlns:a16="http://schemas.microsoft.com/office/drawing/2014/main" id="{ED2C66E4-77A5-559A-C4D6-22E169AE6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6778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B4F649-ECC0-65D4-73EB-F610B1EEE47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AC71-4189-4AAE-3C30-91D3E7645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5CC0F-60E4-5024-B6AB-D87255AB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DE042-7AE4-75AA-1CFC-25903005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B955153-AC29-8EA8-DE1E-EF143A12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CBF393-915A-6526-812F-61956DD2E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36817505-F187-6307-3AA7-E8701992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781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2150962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15D485-D4CB-65C5-C05B-8D3E535F6A4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67240-62F7-D89C-BF3D-34806BC2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726FF9-AAAD-F331-EC9B-83CB551F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reeform: Shape 16">
            <a:extLst>
              <a:ext uri="{FF2B5EF4-FFF2-40B4-BE49-F238E27FC236}">
                <a16:creationId xmlns:a16="http://schemas.microsoft.com/office/drawing/2014/main" id="{7C2CB355-42E5-6CAD-CDA4-04E8698C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7F51CA23-0DF4-94C6-A295-9A6ED5AA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Freeform: Shape 19">
            <a:extLst>
              <a:ext uri="{FF2B5EF4-FFF2-40B4-BE49-F238E27FC236}">
                <a16:creationId xmlns:a16="http://schemas.microsoft.com/office/drawing/2014/main" id="{78973DDC-FE45-271D-D333-1265C63DC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98BB5E17-8DB4-2B6A-4A48-E57456A31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804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23">
            <a:extLst>
              <a:ext uri="{FF2B5EF4-FFF2-40B4-BE49-F238E27FC236}">
                <a16:creationId xmlns:a16="http://schemas.microsoft.com/office/drawing/2014/main" id="{590E6AF1-4025-C539-6638-597177D00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5818" y="6245509"/>
            <a:ext cx="5126179" cy="6124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Title 6">
            <a:extLst>
              <a:ext uri="{FF2B5EF4-FFF2-40B4-BE49-F238E27FC236}">
                <a16:creationId xmlns:a16="http://schemas.microsoft.com/office/drawing/2014/main" id="{25E8EC5E-EA9E-1F86-2E83-5D5499601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5864" y="1532081"/>
            <a:ext cx="5273221" cy="3793838"/>
          </a:xfrm>
        </p:spPr>
        <p:txBody>
          <a:bodyPr lIns="0" tIns="0" rIns="0" bIns="0" anchor="ctr">
            <a:noAutofit/>
          </a:bodyPr>
          <a:lstStyle>
            <a:lvl1pPr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5" descr="A woman wearing a yellow sweater working at the office">
            <a:extLst>
              <a:ext uri="{FF2B5EF4-FFF2-40B4-BE49-F238E27FC236}">
                <a16:creationId xmlns:a16="http://schemas.microsoft.com/office/drawing/2014/main" id="{0F266249-25B1-EF53-33EB-FA594F7F68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063457" y="1326812"/>
            <a:ext cx="3778434" cy="4924193"/>
          </a:xfrm>
          <a:noFill/>
        </p:spPr>
        <p:txBody>
          <a:bodyPr/>
          <a:lstStyle/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1528A5-067A-BD49-2204-67FF006E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E67C389-E6A8-48B1-74CD-322C690F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D7705C1-E2D3-B1B7-C51C-44843980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917FF65-0254-002E-D43D-FF8B5E603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03515" y="-103514"/>
            <a:ext cx="274322" cy="4813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D6108ED-5598-D9CD-3F7C-E35B4C8BB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83663" y="-700191"/>
            <a:ext cx="274322" cy="16747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21EB73BE-3F32-B696-CCF3-3120CC026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33956" y="-2"/>
            <a:ext cx="1365980" cy="22320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4" name="Freeform: Shape 59">
            <a:extLst>
              <a:ext uri="{FF2B5EF4-FFF2-40B4-BE49-F238E27FC236}">
                <a16:creationId xmlns:a16="http://schemas.microsoft.com/office/drawing/2014/main" id="{A7A3C520-412F-3B3C-3DD2-BA1FA9970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841892" y="-3"/>
            <a:ext cx="1358044" cy="2232015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9367659-61EC-44B3-A73E-47A6D3C10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833956" y="2232018"/>
            <a:ext cx="1358044" cy="1916648"/>
          </a:xfrm>
          <a:prstGeom prst="rect">
            <a:avLst/>
          </a:pr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14EDCCCA-96A0-0D33-9C7F-224DCB3D5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0833956" y="3472845"/>
            <a:ext cx="1358044" cy="675816"/>
          </a:xfrm>
          <a:custGeom>
            <a:avLst/>
            <a:gdLst>
              <a:gd name="connsiteX0" fmla="*/ 0 w 2351450"/>
              <a:gd name="connsiteY0" fmla="*/ 0 h 1170173"/>
              <a:gd name="connsiteX1" fmla="*/ 2351450 w 2351450"/>
              <a:gd name="connsiteY1" fmla="*/ 0 h 1170173"/>
              <a:gd name="connsiteX2" fmla="*/ 2345674 w 2351450"/>
              <a:gd name="connsiteY2" fmla="*/ 114394 h 1170173"/>
              <a:gd name="connsiteX3" fmla="*/ 1175725 w 2351450"/>
              <a:gd name="connsiteY3" fmla="*/ 1170173 h 1170173"/>
              <a:gd name="connsiteX4" fmla="*/ 5777 w 2351450"/>
              <a:gd name="connsiteY4" fmla="*/ 114394 h 1170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1450" h="1170173">
                <a:moveTo>
                  <a:pt x="0" y="0"/>
                </a:moveTo>
                <a:lnTo>
                  <a:pt x="2351450" y="0"/>
                </a:lnTo>
                <a:lnTo>
                  <a:pt x="2345674" y="114394"/>
                </a:lnTo>
                <a:cubicBezTo>
                  <a:pt x="2285450" y="707410"/>
                  <a:pt x="1784630" y="1170173"/>
                  <a:pt x="1175725" y="1170173"/>
                </a:cubicBezTo>
                <a:cubicBezTo>
                  <a:pt x="566821" y="1170173"/>
                  <a:pt x="66001" y="707410"/>
                  <a:pt x="5777" y="11439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2C55E30B-D458-A8B6-11AB-5FAEA926BF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V="1">
            <a:off x="10833954" y="4148664"/>
            <a:ext cx="1358043" cy="20968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Freeform: Shape 59">
            <a:extLst>
              <a:ext uri="{FF2B5EF4-FFF2-40B4-BE49-F238E27FC236}">
                <a16:creationId xmlns:a16="http://schemas.microsoft.com/office/drawing/2014/main" id="{81D1A457-4F77-6BE6-3713-4638E83D6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0833955" y="4148663"/>
            <a:ext cx="1358045" cy="209684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0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47" Type="http://schemas.openxmlformats.org/officeDocument/2006/relationships/slideLayout" Target="../slideLayouts/slideLayout71.xml"/><Relationship Id="rId50" Type="http://schemas.openxmlformats.org/officeDocument/2006/relationships/slideLayout" Target="../slideLayouts/slideLayout74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52" Type="http://schemas.openxmlformats.org/officeDocument/2006/relationships/theme" Target="../theme/theme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Relationship Id="rId48" Type="http://schemas.openxmlformats.org/officeDocument/2006/relationships/slideLayout" Target="../slideLayouts/slideLayout72.xml"/><Relationship Id="rId8" Type="http://schemas.openxmlformats.org/officeDocument/2006/relationships/slideLayout" Target="../slideLayouts/slideLayout32.xml"/><Relationship Id="rId51" Type="http://schemas.openxmlformats.org/officeDocument/2006/relationships/slideLayout" Target="../slideLayouts/slideLayout75.xml"/><Relationship Id="rId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44.xml"/><Relationship Id="rId41" Type="http://schemas.openxmlformats.org/officeDocument/2006/relationships/slideLayout" Target="../slideLayouts/slideLayout6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99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8.xml"/><Relationship Id="rId29" Type="http://schemas.openxmlformats.org/officeDocument/2006/relationships/slideLayout" Target="../slideLayouts/slideLayout107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theme" Target="../theme/theme6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88.xml"/><Relationship Id="rId19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/Relationships>
</file>

<file path=ppt/slideMasters/_rels/slideMaster8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4.xml"/><Relationship Id="rId18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7.xml"/><Relationship Id="rId39" Type="http://schemas.openxmlformats.org/officeDocument/2006/relationships/slideLayout" Target="../slideLayouts/slideLayout150.xml"/><Relationship Id="rId21" Type="http://schemas.openxmlformats.org/officeDocument/2006/relationships/slideLayout" Target="../slideLayouts/slideLayout132.xml"/><Relationship Id="rId34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53.xml"/><Relationship Id="rId47" Type="http://schemas.openxmlformats.org/officeDocument/2006/relationships/slideLayout" Target="../slideLayouts/slideLayout158.xml"/><Relationship Id="rId50" Type="http://schemas.openxmlformats.org/officeDocument/2006/relationships/slideLayout" Target="../slideLayouts/slideLayout161.xml"/><Relationship Id="rId55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18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9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22.xml"/><Relationship Id="rId24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43.xml"/><Relationship Id="rId37" Type="http://schemas.openxmlformats.org/officeDocument/2006/relationships/slideLayout" Target="../slideLayouts/slideLayout148.xml"/><Relationship Id="rId40" Type="http://schemas.openxmlformats.org/officeDocument/2006/relationships/slideLayout" Target="../slideLayouts/slideLayout151.xml"/><Relationship Id="rId45" Type="http://schemas.openxmlformats.org/officeDocument/2006/relationships/slideLayout" Target="../slideLayouts/slideLayout156.xml"/><Relationship Id="rId53" Type="http://schemas.openxmlformats.org/officeDocument/2006/relationships/slideLayout" Target="../slideLayouts/slideLayout164.xml"/><Relationship Id="rId58" Type="http://schemas.openxmlformats.org/officeDocument/2006/relationships/slideLayout" Target="../slideLayouts/slideLayout169.xml"/><Relationship Id="rId5" Type="http://schemas.openxmlformats.org/officeDocument/2006/relationships/slideLayout" Target="../slideLayouts/slideLayout116.xml"/><Relationship Id="rId61" Type="http://schemas.openxmlformats.org/officeDocument/2006/relationships/slideLayout" Target="../slideLayouts/slideLayout172.xml"/><Relationship Id="rId19" Type="http://schemas.openxmlformats.org/officeDocument/2006/relationships/slideLayout" Target="../slideLayouts/slideLayout130.xml"/><Relationship Id="rId14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33.xml"/><Relationship Id="rId27" Type="http://schemas.openxmlformats.org/officeDocument/2006/relationships/slideLayout" Target="../slideLayouts/slideLayout138.xml"/><Relationship Id="rId30" Type="http://schemas.openxmlformats.org/officeDocument/2006/relationships/slideLayout" Target="../slideLayouts/slideLayout141.xml"/><Relationship Id="rId35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54.xml"/><Relationship Id="rId48" Type="http://schemas.openxmlformats.org/officeDocument/2006/relationships/slideLayout" Target="../slideLayouts/slideLayout159.xml"/><Relationship Id="rId56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19.xml"/><Relationship Id="rId51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23.xml"/><Relationship Id="rId17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44.xml"/><Relationship Id="rId38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7.xml"/><Relationship Id="rId59" Type="http://schemas.openxmlformats.org/officeDocument/2006/relationships/slideLayout" Target="../slideLayouts/slideLayout170.xml"/><Relationship Id="rId20" Type="http://schemas.openxmlformats.org/officeDocument/2006/relationships/slideLayout" Target="../slideLayouts/slideLayout131.xml"/><Relationship Id="rId41" Type="http://schemas.openxmlformats.org/officeDocument/2006/relationships/slideLayout" Target="../slideLayouts/slideLayout152.xml"/><Relationship Id="rId54" Type="http://schemas.openxmlformats.org/officeDocument/2006/relationships/slideLayout" Target="../slideLayouts/slideLayout165.xml"/><Relationship Id="rId62" Type="http://schemas.openxmlformats.org/officeDocument/2006/relationships/theme" Target="../theme/theme8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34.xml"/><Relationship Id="rId28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7.xml"/><Relationship Id="rId49" Type="http://schemas.openxmlformats.org/officeDocument/2006/relationships/slideLayout" Target="../slideLayouts/slideLayout160.xml"/><Relationship Id="rId57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21.xml"/><Relationship Id="rId31" Type="http://schemas.openxmlformats.org/officeDocument/2006/relationships/slideLayout" Target="../slideLayouts/slideLayout142.xml"/><Relationship Id="rId44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63.xml"/><Relationship Id="rId60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ighteous"/>
              <a:buNone/>
              <a:defRPr sz="3000">
                <a:solidFill>
                  <a:schemeClr val="dk1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●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○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linker"/>
              <a:buChar char="■"/>
              <a:defRPr sz="1200">
                <a:solidFill>
                  <a:schemeClr val="dk1"/>
                </a:solidFill>
                <a:latin typeface="Blinker"/>
                <a:ea typeface="Blinker"/>
                <a:cs typeface="Blinker"/>
                <a:sym typeface="Blink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1106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64848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4000" y="717667"/>
            <a:ext cx="10284000" cy="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4067" y="1536633"/>
            <a:ext cx="10284000" cy="4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562254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  <p:sldLayoutId id="2147483725" r:id="rId22"/>
    <p:sldLayoutId id="2147483726" r:id="rId23"/>
    <p:sldLayoutId id="2147483727" r:id="rId24"/>
    <p:sldLayoutId id="2147483728" r:id="rId25"/>
    <p:sldLayoutId id="2147483729" r:id="rId26"/>
    <p:sldLayoutId id="2147483730" r:id="rId27"/>
    <p:sldLayoutId id="2147483731" r:id="rId28"/>
    <p:sldLayoutId id="2147483732" r:id="rId29"/>
    <p:sldLayoutId id="2147483733" r:id="rId30"/>
    <p:sldLayoutId id="2147483734" r:id="rId31"/>
    <p:sldLayoutId id="2147483735" r:id="rId32"/>
    <p:sldLayoutId id="2147483736" r:id="rId33"/>
    <p:sldLayoutId id="2147483737" r:id="rId34"/>
    <p:sldLayoutId id="2147483738" r:id="rId35"/>
    <p:sldLayoutId id="2147483739" r:id="rId36"/>
    <p:sldLayoutId id="2147483740" r:id="rId37"/>
    <p:sldLayoutId id="2147483741" r:id="rId38"/>
    <p:sldLayoutId id="2147483742" r:id="rId39"/>
    <p:sldLayoutId id="2147483743" r:id="rId40"/>
    <p:sldLayoutId id="2147483744" r:id="rId41"/>
    <p:sldLayoutId id="2147483745" r:id="rId42"/>
    <p:sldLayoutId id="2147483746" r:id="rId43"/>
    <p:sldLayoutId id="2147483747" r:id="rId44"/>
    <p:sldLayoutId id="2147483748" r:id="rId45"/>
    <p:sldLayoutId id="2147483749" r:id="rId46"/>
    <p:sldLayoutId id="2147483750" r:id="rId47"/>
    <p:sldLayoutId id="2147483751" r:id="rId48"/>
    <p:sldLayoutId id="2147483752" r:id="rId49"/>
    <p:sldLayoutId id="2147483753" r:id="rId50"/>
    <p:sldLayoutId id="2147483754" r:id="rId5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5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579" name="Google Shape;2579;p5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95675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56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585" name="Google Shape;2585;p56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405421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413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93243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sz="1418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sz="1418"/>
              <a:t>Click to edit Master text styles</a:t>
            </a:r>
          </a:p>
          <a:p>
            <a:pPr lvl="1"/>
            <a:r>
              <a:rPr lang="en-US" sz="1418"/>
              <a:t>Second level</a:t>
            </a:r>
          </a:p>
          <a:p>
            <a:pPr lvl="2"/>
            <a:r>
              <a:rPr lang="en-US" sz="1418"/>
              <a:t>Third level</a:t>
            </a:r>
          </a:p>
          <a:p>
            <a:pPr lvl="3"/>
            <a:r>
              <a:rPr lang="en-US" sz="1418"/>
              <a:t>Fourth level</a:t>
            </a:r>
          </a:p>
          <a:p>
            <a:pPr lvl="4"/>
            <a:r>
              <a:rPr lang="en-US" sz="1418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79DDEA0E-07E9-13B1-EDC7-61BAFA5F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>
            <a:lvl1pPr>
              <a:defRPr sz="1200"/>
            </a:lvl1pPr>
          </a:lstStyle>
          <a:p>
            <a:fld id="{FD138C57-8E3B-4697-92F8-0ED9B71F7E17}" type="datetime1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EA10547-A0BF-14BF-EF18-92FBBF644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 sz="1200"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13A03B-58A6-5266-F4CA-95B7A6F4B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 sz="1200"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5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  <p:sldLayoutId id="2147483818" r:id="rId17"/>
    <p:sldLayoutId id="2147483819" r:id="rId18"/>
    <p:sldLayoutId id="2147483820" r:id="rId19"/>
    <p:sldLayoutId id="2147483821" r:id="rId20"/>
    <p:sldLayoutId id="2147483822" r:id="rId21"/>
    <p:sldLayoutId id="2147483823" r:id="rId22"/>
    <p:sldLayoutId id="2147483824" r:id="rId23"/>
    <p:sldLayoutId id="2147483825" r:id="rId24"/>
    <p:sldLayoutId id="2147483826" r:id="rId25"/>
    <p:sldLayoutId id="2147483827" r:id="rId26"/>
    <p:sldLayoutId id="2147483828" r:id="rId27"/>
    <p:sldLayoutId id="2147483829" r:id="rId28"/>
    <p:sldLayoutId id="2147483830" r:id="rId29"/>
    <p:sldLayoutId id="2147483831" r:id="rId30"/>
    <p:sldLayoutId id="2147483832" r:id="rId31"/>
    <p:sldLayoutId id="2147483833" r:id="rId32"/>
    <p:sldLayoutId id="2147483834" r:id="rId33"/>
    <p:sldLayoutId id="2147483835" r:id="rId34"/>
    <p:sldLayoutId id="2147483836" r:id="rId35"/>
    <p:sldLayoutId id="2147483837" r:id="rId36"/>
    <p:sldLayoutId id="2147483838" r:id="rId37"/>
    <p:sldLayoutId id="2147483839" r:id="rId38"/>
    <p:sldLayoutId id="2147483840" r:id="rId39"/>
    <p:sldLayoutId id="2147483841" r:id="rId40"/>
    <p:sldLayoutId id="2147483842" r:id="rId41"/>
    <p:sldLayoutId id="2147483843" r:id="rId42"/>
    <p:sldLayoutId id="2147483844" r:id="rId43"/>
    <p:sldLayoutId id="2147483845" r:id="rId44"/>
    <p:sldLayoutId id="2147483846" r:id="rId45"/>
    <p:sldLayoutId id="2147483847" r:id="rId46"/>
    <p:sldLayoutId id="2147483848" r:id="rId47"/>
    <p:sldLayoutId id="2147483849" r:id="rId48"/>
    <p:sldLayoutId id="2147483850" r:id="rId49"/>
    <p:sldLayoutId id="2147483851" r:id="rId50"/>
    <p:sldLayoutId id="2147483852" r:id="rId51"/>
    <p:sldLayoutId id="2147483853" r:id="rId52"/>
    <p:sldLayoutId id="2147483854" r:id="rId53"/>
    <p:sldLayoutId id="2147483855" r:id="rId54"/>
    <p:sldLayoutId id="2147483856" r:id="rId55"/>
    <p:sldLayoutId id="2147483857" r:id="rId56"/>
    <p:sldLayoutId id="2147483858" r:id="rId57"/>
    <p:sldLayoutId id="2147483859" r:id="rId58"/>
    <p:sldLayoutId id="2147483860" r:id="rId59"/>
    <p:sldLayoutId id="2147483861" r:id="rId60"/>
    <p:sldLayoutId id="2147483862" r:id="rId6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884436-3328-FE11-9D3A-44F4DCB060CE}"/>
              </a:ext>
            </a:extLst>
          </p:cNvPr>
          <p:cNvSpPr txBox="1"/>
          <p:nvPr/>
        </p:nvSpPr>
        <p:spPr>
          <a:xfrm>
            <a:off x="4632396" y="405246"/>
            <a:ext cx="3361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noProof="0" dirty="0"/>
              <a:t>Integrantes do grupo: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EF7A3-4A37-B623-FE77-D17D45D776AA}"/>
              </a:ext>
            </a:extLst>
          </p:cNvPr>
          <p:cNvSpPr txBox="1"/>
          <p:nvPr/>
        </p:nvSpPr>
        <p:spPr>
          <a:xfrm>
            <a:off x="4392835" y="964894"/>
            <a:ext cx="3831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noProof="0" dirty="0"/>
              <a:t>Ester Melina Elias </a:t>
            </a:r>
            <a:r>
              <a:rPr lang="pt-PT" sz="2400" noProof="0" dirty="0" err="1"/>
              <a:t>Mapaco</a:t>
            </a:r>
            <a:endParaRPr lang="pt-PT" sz="24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8691C-DB55-4BF5-2AF2-8624B0DD552D}"/>
              </a:ext>
            </a:extLst>
          </p:cNvPr>
          <p:cNvSpPr txBox="1"/>
          <p:nvPr/>
        </p:nvSpPr>
        <p:spPr>
          <a:xfrm>
            <a:off x="4594755" y="1426559"/>
            <a:ext cx="3267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noProof="0" dirty="0"/>
              <a:t>Génio </a:t>
            </a:r>
            <a:r>
              <a:rPr lang="pt-PT" sz="2400" noProof="0" dirty="0" err="1"/>
              <a:t>Nassone</a:t>
            </a:r>
            <a:r>
              <a:rPr lang="pt-PT" sz="2400" noProof="0" dirty="0"/>
              <a:t> Cossa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7E7E4-3046-6B9E-5F41-10F2316F628B}"/>
              </a:ext>
            </a:extLst>
          </p:cNvPr>
          <p:cNvSpPr txBox="1"/>
          <p:nvPr/>
        </p:nvSpPr>
        <p:spPr>
          <a:xfrm>
            <a:off x="4775893" y="1888224"/>
            <a:ext cx="3060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noProof="0" dirty="0" err="1"/>
              <a:t>Virg</a:t>
            </a:r>
            <a:r>
              <a:rPr lang="pt-PT" sz="2400" dirty="0"/>
              <a:t>í</a:t>
            </a:r>
            <a:r>
              <a:rPr lang="pt-PT" sz="2400" noProof="0" dirty="0"/>
              <a:t>lio Pavia Gomes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323F1-0669-91BF-7231-A383F1C81AD9}"/>
              </a:ext>
            </a:extLst>
          </p:cNvPr>
          <p:cNvSpPr txBox="1"/>
          <p:nvPr/>
        </p:nvSpPr>
        <p:spPr>
          <a:xfrm>
            <a:off x="5997871" y="2967335"/>
            <a:ext cx="1091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400" b="1" noProof="0" dirty="0"/>
              <a:t>Tema: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1709A-9AAA-C6B2-F92C-08A7A19D172F}"/>
              </a:ext>
            </a:extLst>
          </p:cNvPr>
          <p:cNvSpPr txBox="1"/>
          <p:nvPr/>
        </p:nvSpPr>
        <p:spPr>
          <a:xfrm>
            <a:off x="2806292" y="3630947"/>
            <a:ext cx="7475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PT" sz="2400" dirty="0"/>
              <a:t>Sistema de Gestão de membros das associações da </a:t>
            </a:r>
          </a:p>
          <a:p>
            <a:pPr algn="ctr"/>
            <a:r>
              <a:rPr lang="pt-PT" sz="2400" dirty="0"/>
              <a:t>Federação Moçambicana de Xadrez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773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BE10-F1A0-576D-DAAC-0275CEF18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568" y="312258"/>
            <a:ext cx="9198864" cy="466344"/>
          </a:xfrm>
        </p:spPr>
        <p:txBody>
          <a:bodyPr/>
          <a:lstStyle/>
          <a:p>
            <a:pPr algn="ctr"/>
            <a:r>
              <a:rPr lang="pt-PT" sz="2800" b="1" noProof="0" dirty="0">
                <a:latin typeface="+mn-lt"/>
              </a:rPr>
              <a:t>Problema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1B4A30-699B-F801-2E14-E692FFD40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892" y="778602"/>
            <a:ext cx="10432472" cy="1184564"/>
          </a:xfrm>
        </p:spPr>
        <p:txBody>
          <a:bodyPr/>
          <a:lstStyle/>
          <a:p>
            <a:pPr>
              <a:lnSpc>
                <a:spcPct val="150000"/>
              </a:lnSpc>
            </a:pPr>
            <a:br>
              <a:rPr lang="pt-PT" b="0" dirty="0">
                <a:solidFill>
                  <a:schemeClr val="tx1"/>
                </a:solidFill>
              </a:rPr>
            </a:br>
            <a:r>
              <a:rPr lang="pt-PT" b="0" dirty="0">
                <a:solidFill>
                  <a:schemeClr val="tx1"/>
                </a:solidFill>
              </a:rPr>
              <a:t>A Federação Moçambicana de Xadrez não tem um sistema único e automático para controlar membros e pagamentos .</a:t>
            </a:r>
            <a:endParaRPr lang="en-US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EF2052-ED42-7AB8-3B25-81680E086247}"/>
              </a:ext>
            </a:extLst>
          </p:cNvPr>
          <p:cNvSpPr txBox="1">
            <a:spLocks/>
          </p:cNvSpPr>
          <p:nvPr/>
        </p:nvSpPr>
        <p:spPr>
          <a:xfrm>
            <a:off x="962892" y="2686767"/>
            <a:ext cx="10432472" cy="441613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b="1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t-PT" sz="2400" b="0" dirty="0">
                <a:solidFill>
                  <a:schemeClr val="tx1"/>
                </a:solidFill>
              </a:rPr>
              <a:t>A Federação Moçambicana de Xadrez (FMX) coordena associações provinciais e clubes filiados em todo o país. </a:t>
            </a:r>
            <a:r>
              <a:rPr lang="pt-PT" sz="2400" b="0" dirty="0" err="1">
                <a:solidFill>
                  <a:schemeClr val="tx1"/>
                </a:solidFill>
              </a:rPr>
              <a:t>Actualmente</a:t>
            </a:r>
            <a:r>
              <a:rPr lang="pt-PT" sz="2400" b="0" dirty="0">
                <a:solidFill>
                  <a:schemeClr val="tx1"/>
                </a:solidFill>
              </a:rPr>
              <a:t>, a gestão de membros é realizada de forma descentralizada e manual, utilizando ferramentas como ficheiros Excel, registos em papel e comunicações informais via WhatsApp. Não existe um sistema centralizado que permita controlar automaticamente o pagamento de quotas, dificultando a verificação de membros </a:t>
            </a:r>
            <a:r>
              <a:rPr lang="pt-PT" sz="2400" b="0" dirty="0" err="1">
                <a:solidFill>
                  <a:schemeClr val="tx1"/>
                </a:solidFill>
              </a:rPr>
              <a:t>activos</a:t>
            </a:r>
            <a:r>
              <a:rPr lang="pt-PT" sz="2400" b="0" dirty="0">
                <a:solidFill>
                  <a:schemeClr val="tx1"/>
                </a:solidFill>
              </a:rPr>
              <a:t> e elegíveis para competições oficiais</a:t>
            </a:r>
            <a:r>
              <a:rPr lang="pt-PT" b="0" dirty="0">
                <a:solidFill>
                  <a:schemeClr val="tx1"/>
                </a:solidFill>
              </a:rPr>
              <a:t>.</a:t>
            </a:r>
            <a:endParaRPr lang="en-US" b="0" dirty="0">
              <a:solidFill>
                <a:schemeClr val="tx1"/>
              </a:solidFill>
            </a:endParaRPr>
          </a:p>
          <a:p>
            <a:pPr>
              <a:buClrTx/>
            </a:pPr>
            <a:endParaRPr lang="pt-P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B8E45D-D07C-AB26-CC7C-24975611808F}"/>
              </a:ext>
            </a:extLst>
          </p:cNvPr>
          <p:cNvSpPr txBox="1"/>
          <p:nvPr/>
        </p:nvSpPr>
        <p:spPr>
          <a:xfrm>
            <a:off x="5169479" y="2163547"/>
            <a:ext cx="243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800" b="1" dirty="0"/>
              <a:t>Contexto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29147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421B-352C-65F7-F5D6-FD268B3932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9254" y="1261124"/>
            <a:ext cx="9198864" cy="588125"/>
          </a:xfrm>
        </p:spPr>
        <p:txBody>
          <a:bodyPr/>
          <a:lstStyle/>
          <a:p>
            <a:r>
              <a:rPr lang="pt-PT" sz="2400" b="1" dirty="0">
                <a:latin typeface="+mn-lt"/>
              </a:rPr>
              <a:t>Dentro(do escopo)</a:t>
            </a:r>
            <a:endParaRPr lang="en-US" sz="2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04D30-2FA5-DA73-A51A-55273622F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9254" y="2057067"/>
            <a:ext cx="10172699" cy="3855360"/>
          </a:xfrm>
        </p:spPr>
        <p:txBody>
          <a:bodyPr/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Registo digital de membros (jogadores, árbitros, treinadores).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Associação de membros a clubes e províncias.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Pagamento de quotas com recibos automáticos.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Consulta de estado (</a:t>
            </a:r>
            <a:r>
              <a:rPr lang="pt-PT" sz="2400" b="0" dirty="0" err="1">
                <a:solidFill>
                  <a:schemeClr val="tx1"/>
                </a:solidFill>
              </a:rPr>
              <a:t>activo</a:t>
            </a:r>
            <a:r>
              <a:rPr lang="pt-PT" sz="2400" b="0" dirty="0">
                <a:solidFill>
                  <a:schemeClr val="tx1"/>
                </a:solidFill>
              </a:rPr>
              <a:t>/</a:t>
            </a:r>
            <a:r>
              <a:rPr lang="pt-PT" sz="2400" b="0" dirty="0" err="1">
                <a:solidFill>
                  <a:schemeClr val="tx1"/>
                </a:solidFill>
              </a:rPr>
              <a:t>inactivo</a:t>
            </a:r>
            <a:r>
              <a:rPr lang="pt-PT" sz="2400" b="0" dirty="0">
                <a:solidFill>
                  <a:schemeClr val="tx1"/>
                </a:solidFill>
              </a:rPr>
              <a:t>).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Relatórios básicos administrativos.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46563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857E91-1ADF-6F0C-E9B2-BF5895ABFB38}"/>
              </a:ext>
            </a:extLst>
          </p:cNvPr>
          <p:cNvSpPr txBox="1"/>
          <p:nvPr/>
        </p:nvSpPr>
        <p:spPr>
          <a:xfrm>
            <a:off x="1061605" y="1581394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b="1" dirty="0"/>
              <a:t>Fora(do escopo)</a:t>
            </a:r>
            <a:endParaRPr lang="en-US" sz="2400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11B43AE-B164-396C-8510-795596A60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4732" y="2836383"/>
            <a:ext cx="10172699" cy="2598061"/>
          </a:xfrm>
        </p:spPr>
        <p:txBody>
          <a:bodyPr/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Gestão de torneios e </a:t>
            </a:r>
            <a:r>
              <a:rPr lang="pt-PT" sz="2400" b="0" dirty="0" err="1">
                <a:solidFill>
                  <a:schemeClr val="tx1"/>
                </a:solidFill>
              </a:rPr>
              <a:t>pareamentos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Análise de partidas (PGN, </a:t>
            </a:r>
            <a:r>
              <a:rPr lang="pt-PT" sz="2400" b="0" dirty="0" err="1">
                <a:solidFill>
                  <a:schemeClr val="tx1"/>
                </a:solidFill>
              </a:rPr>
              <a:t>engine</a:t>
            </a:r>
            <a:r>
              <a:rPr lang="pt-PT" sz="2400" b="0" dirty="0">
                <a:solidFill>
                  <a:schemeClr val="tx1"/>
                </a:solidFill>
              </a:rPr>
              <a:t>).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Sistema de formação online.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Publicação automática em plataformas externas.</a:t>
            </a:r>
            <a:endParaRPr lang="en-US" sz="2400" b="0" dirty="0">
              <a:solidFill>
                <a:schemeClr val="tx1"/>
              </a:solidFill>
            </a:endParaRPr>
          </a:p>
          <a:p>
            <a:pPr lvl="0" algn="just">
              <a:lnSpc>
                <a:spcPct val="150000"/>
              </a:lnSpc>
            </a:pP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649687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681CC-E789-9E89-A50E-FA15812AC8CF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72BA055-F416-98B3-F23A-30EB59ECF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Direção da FMX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Garantir controlo centralizado e </a:t>
            </a:r>
            <a:r>
              <a:rPr lang="pt-PT" sz="2400" b="0" dirty="0" err="1">
                <a:solidFill>
                  <a:schemeClr val="tx1"/>
                </a:solidFill>
              </a:rPr>
              <a:t>actualizado</a:t>
            </a:r>
            <a:r>
              <a:rPr lang="pt-PT" sz="2400" b="0" dirty="0">
                <a:solidFill>
                  <a:schemeClr val="tx1"/>
                </a:solidFill>
              </a:rPr>
              <a:t> de todos os membros </a:t>
            </a:r>
            <a:r>
              <a:rPr lang="pt-PT" sz="2400" b="0" dirty="0" err="1">
                <a:solidFill>
                  <a:schemeClr val="tx1"/>
                </a:solidFill>
              </a:rPr>
              <a:t>activos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Monitorizar receitas provenientes de quotas e licenças.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Assegurar conformidade com regulamentos nacionais e internacionais.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266401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FD43-6BBA-2E58-3096-61C00AEA7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A39F9F-8551-F21C-F232-025AD27BCA7B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(</a:t>
            </a:r>
            <a:r>
              <a:rPr lang="pt-PT" sz="2400" b="1" dirty="0" err="1">
                <a:solidFill>
                  <a:schemeClr val="accent6"/>
                </a:solidFill>
              </a:rPr>
              <a:t>cont</a:t>
            </a:r>
            <a:r>
              <a:rPr lang="pt-PT" sz="2400" b="1" dirty="0">
                <a:solidFill>
                  <a:schemeClr val="accent6"/>
                </a:solidFill>
              </a:rPr>
              <a:t>…</a:t>
            </a:r>
            <a:r>
              <a:rPr lang="pt-PT" sz="2400" b="1" dirty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0695520-2B36-6570-3F91-5C37636BB4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Associações Provinciais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Validar e acompanhar membros registados na sua província.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Monitorizar crescimento e </a:t>
            </a:r>
            <a:r>
              <a:rPr lang="pt-PT" sz="2400" b="0" dirty="0" err="1">
                <a:solidFill>
                  <a:schemeClr val="tx1"/>
                </a:solidFill>
              </a:rPr>
              <a:t>actividade</a:t>
            </a:r>
            <a:r>
              <a:rPr lang="pt-PT" sz="2400" b="0" dirty="0">
                <a:solidFill>
                  <a:schemeClr val="tx1"/>
                </a:solidFill>
              </a:rPr>
              <a:t> regional.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Garantir que apenas membros regulares participem em competições provinciais.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76896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E19F6-472B-CFC5-E889-AEA50EB3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C39CC0-A522-533A-DD20-9DE4F4D6988B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(</a:t>
            </a:r>
            <a:r>
              <a:rPr lang="pt-PT" sz="2400" b="1" dirty="0" err="1">
                <a:solidFill>
                  <a:schemeClr val="accent6"/>
                </a:solidFill>
              </a:rPr>
              <a:t>cont</a:t>
            </a:r>
            <a:r>
              <a:rPr lang="pt-PT" sz="2400" b="1" dirty="0">
                <a:solidFill>
                  <a:schemeClr val="accent6"/>
                </a:solidFill>
              </a:rPr>
              <a:t>…</a:t>
            </a:r>
            <a:r>
              <a:rPr lang="pt-PT" sz="2400" b="1" dirty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86D3CB-6A52-E325-AAA2-B3BC4C527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Clubes Filiados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Registar e gerir jogadores, treinadores e árbitros vinculados ao clube.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Acompanhar o estado de pagamento de quotas.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Obter listas </a:t>
            </a:r>
            <a:r>
              <a:rPr lang="pt-PT" sz="2400" b="0" dirty="0" err="1">
                <a:solidFill>
                  <a:schemeClr val="tx1"/>
                </a:solidFill>
              </a:rPr>
              <a:t>actualizadas</a:t>
            </a:r>
            <a:r>
              <a:rPr lang="pt-PT" sz="2400" b="0" dirty="0">
                <a:solidFill>
                  <a:schemeClr val="tx1"/>
                </a:solidFill>
              </a:rPr>
              <a:t> de membros </a:t>
            </a:r>
            <a:r>
              <a:rPr lang="pt-PT" sz="2400" b="0" dirty="0" err="1">
                <a:solidFill>
                  <a:schemeClr val="tx1"/>
                </a:solidFill>
              </a:rPr>
              <a:t>activos</a:t>
            </a:r>
            <a:r>
              <a:rPr lang="pt-PT" sz="2400" b="0" dirty="0">
                <a:solidFill>
                  <a:schemeClr val="tx1"/>
                </a:solidFill>
              </a:rPr>
              <a:t> para competições.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639614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D1CB-AAD1-30E8-9160-D55000DE6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4A413D-F076-8ED3-180E-E6626A238184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(</a:t>
            </a:r>
            <a:r>
              <a:rPr lang="pt-PT" sz="2400" b="1" dirty="0" err="1">
                <a:solidFill>
                  <a:schemeClr val="accent6"/>
                </a:solidFill>
              </a:rPr>
              <a:t>cont</a:t>
            </a:r>
            <a:r>
              <a:rPr lang="pt-PT" sz="2400" b="1" dirty="0">
                <a:solidFill>
                  <a:schemeClr val="accent6"/>
                </a:solidFill>
              </a:rPr>
              <a:t>…</a:t>
            </a:r>
            <a:r>
              <a:rPr lang="pt-PT" sz="2400" b="1" dirty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F870C86-662C-731F-26B8-834A98D1A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Jogadores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 err="1">
                <a:solidFill>
                  <a:schemeClr val="tx1"/>
                </a:solidFill>
              </a:rPr>
              <a:t>Actualizar</a:t>
            </a:r>
            <a:r>
              <a:rPr lang="pt-PT" sz="2400" b="0" dirty="0">
                <a:solidFill>
                  <a:schemeClr val="tx1"/>
                </a:solidFill>
              </a:rPr>
              <a:t> os seus dados pessoais e contactos no sistema.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Garantir que o seu estado esteja regular e reconhecido.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Consultar histórico de filiação e participação.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76609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7A8A5-6601-0200-574A-7B9368F3A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283516-CD5D-1020-8CAE-0B3CD440E6DF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(</a:t>
            </a:r>
            <a:r>
              <a:rPr lang="pt-PT" sz="2400" b="1" dirty="0" err="1">
                <a:solidFill>
                  <a:schemeClr val="accent6"/>
                </a:solidFill>
              </a:rPr>
              <a:t>cont</a:t>
            </a:r>
            <a:r>
              <a:rPr lang="pt-PT" sz="2400" b="1" dirty="0">
                <a:solidFill>
                  <a:schemeClr val="accent6"/>
                </a:solidFill>
              </a:rPr>
              <a:t>…</a:t>
            </a:r>
            <a:r>
              <a:rPr lang="pt-PT" sz="2400" b="1" dirty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A91241-0D14-498C-7DCA-AEAF0BE03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Árbitros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Manter certificação e licença </a:t>
            </a:r>
            <a:r>
              <a:rPr lang="pt-PT" sz="2400" b="0" dirty="0" err="1">
                <a:solidFill>
                  <a:schemeClr val="tx1"/>
                </a:solidFill>
              </a:rPr>
              <a:t>actualizadas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Comprovar elegibilidade para arbitrar competições oficiais.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Registar vínculo </a:t>
            </a:r>
            <a:r>
              <a:rPr lang="pt-PT" sz="2400" b="0" dirty="0" err="1">
                <a:solidFill>
                  <a:schemeClr val="tx1"/>
                </a:solidFill>
              </a:rPr>
              <a:t>activo</a:t>
            </a:r>
            <a:r>
              <a:rPr lang="pt-PT" sz="2400" b="0" dirty="0">
                <a:solidFill>
                  <a:schemeClr val="tx1"/>
                </a:solidFill>
              </a:rPr>
              <a:t> com a federação.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17897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1B163-C03F-9F66-296C-68673DB5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2BEDE-EEA2-B829-F2E0-4BA89D0A3C51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primários (</a:t>
            </a:r>
            <a:r>
              <a:rPr lang="pt-PT" sz="2400" b="1" dirty="0" err="1">
                <a:solidFill>
                  <a:schemeClr val="accent6"/>
                </a:solidFill>
              </a:rPr>
              <a:t>cont</a:t>
            </a:r>
            <a:r>
              <a:rPr lang="pt-PT" sz="2400" b="1" dirty="0">
                <a:solidFill>
                  <a:schemeClr val="accent6"/>
                </a:solidFill>
              </a:rPr>
              <a:t>…</a:t>
            </a:r>
            <a:r>
              <a:rPr lang="pt-PT" sz="2400" b="1" dirty="0">
                <a:solidFill>
                  <a:schemeClr val="tx1"/>
                </a:solidFill>
              </a:rPr>
              <a:t>)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8F8D42D-E5CD-11F1-FCC4-990C21BDC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Treinadores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Validar certificação profissional.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Renovar licenças dentro dos prazos estabelecidos.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Manter associação formal a clubes ou atletas.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357812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90A6-ABC0-B085-763D-EAD029A0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8FA3AC-95AE-D9E0-ADF5-4F998849E76F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pt-PT" sz="2400" b="1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Secundários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3907796-1B23-E188-6B73-B75EE0F51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Ministério do Desporto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Obter relatórios formais e confiáveis sobre número de atletas </a:t>
            </a:r>
            <a:r>
              <a:rPr lang="pt-PT" sz="2400" b="0" dirty="0" err="1">
                <a:solidFill>
                  <a:schemeClr val="tx1"/>
                </a:solidFill>
              </a:rPr>
              <a:t>activos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Avaliar crescimento e impacto da modalidade.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Garantir transparência institucional.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2635222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43D0C-1017-4A36-8677-BCD82BB3A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DD666E-7C0F-5775-9008-3F6E88D0F25D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pt-PT" sz="2400" b="1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Secundários(</a:t>
            </a:r>
            <a:r>
              <a:rPr lang="pt-PT" sz="2400" b="1" i="1" dirty="0" err="1">
                <a:solidFill>
                  <a:schemeClr val="accent6"/>
                </a:solidFill>
              </a:rPr>
              <a:t>cont</a:t>
            </a:r>
            <a:r>
              <a:rPr lang="pt-PT" sz="2400" b="1" i="1" dirty="0">
                <a:solidFill>
                  <a:schemeClr val="accent6"/>
                </a:solidFill>
              </a:rPr>
              <a:t>…</a:t>
            </a:r>
            <a:r>
              <a:rPr lang="pt-PT" sz="2400" b="1" dirty="0"/>
              <a:t>)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FD32A0-01FB-7155-31E0-9F7F00551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Patrocinadores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Avaliar dimensão real da comunidade </a:t>
            </a:r>
            <a:r>
              <a:rPr lang="pt-PT" sz="2400" b="0" dirty="0" err="1">
                <a:solidFill>
                  <a:schemeClr val="tx1"/>
                </a:solidFill>
              </a:rPr>
              <a:t>enxadrística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Medir impacto e retorno do investimento.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Aumentar confiança através de dados estruturados.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62374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6A5A-A2CC-7B7B-CE86-1A28B5949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5C7485-A73D-0F40-AB2E-65766AF639CA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pt-PT" sz="2400" b="1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Secundários(</a:t>
            </a:r>
            <a:r>
              <a:rPr lang="pt-PT" sz="2400" b="1" i="1" dirty="0" err="1">
                <a:solidFill>
                  <a:schemeClr val="accent6"/>
                </a:solidFill>
              </a:rPr>
              <a:t>cont</a:t>
            </a:r>
            <a:r>
              <a:rPr lang="pt-PT" sz="2400" b="1" i="1" dirty="0">
                <a:solidFill>
                  <a:schemeClr val="accent6"/>
                </a:solidFill>
              </a:rPr>
              <a:t>…</a:t>
            </a:r>
            <a:r>
              <a:rPr lang="pt-PT" sz="2400" b="1" dirty="0"/>
              <a:t>)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C93176-FC34-E8C5-DE5D-6635C6D8D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FIDE (Federação Internacional de Xadrez)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Receber dados </a:t>
            </a:r>
            <a:r>
              <a:rPr lang="pt-PT" sz="2400" b="0" dirty="0" err="1">
                <a:solidFill>
                  <a:schemeClr val="tx1"/>
                </a:solidFill>
              </a:rPr>
              <a:t>correctos</a:t>
            </a:r>
            <a:r>
              <a:rPr lang="pt-PT" sz="2400" b="0" dirty="0">
                <a:solidFill>
                  <a:schemeClr val="tx1"/>
                </a:solidFill>
              </a:rPr>
              <a:t> e </a:t>
            </a:r>
            <a:r>
              <a:rPr lang="pt-PT" sz="2400" b="0" dirty="0" err="1">
                <a:solidFill>
                  <a:schemeClr val="tx1"/>
                </a:solidFill>
              </a:rPr>
              <a:t>actualizados</a:t>
            </a:r>
            <a:r>
              <a:rPr lang="pt-PT" sz="2400" b="0" dirty="0">
                <a:solidFill>
                  <a:schemeClr val="tx1"/>
                </a:solidFill>
              </a:rPr>
              <a:t> de membros reconhecidos.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Garantir cumprimento de normas internacionais.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Validar elegibilidade de representantes nacionais.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83526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D07A-3D94-63A7-5432-BB169CCE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05DF0-6B1E-6FC1-21A3-2516F0AFF50A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pt-PT" sz="2400" b="1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Secundários(</a:t>
            </a:r>
            <a:r>
              <a:rPr lang="pt-PT" sz="2400" b="1" i="1" dirty="0" err="1">
                <a:solidFill>
                  <a:schemeClr val="accent6"/>
                </a:solidFill>
              </a:rPr>
              <a:t>cont</a:t>
            </a:r>
            <a:r>
              <a:rPr lang="pt-PT" sz="2400" b="1" i="1" dirty="0">
                <a:solidFill>
                  <a:schemeClr val="accent6"/>
                </a:solidFill>
              </a:rPr>
              <a:t>…</a:t>
            </a:r>
            <a:r>
              <a:rPr lang="pt-PT" sz="2400" b="1" dirty="0"/>
              <a:t>)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B6C61A-94F4-C045-4565-550A73354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Confederação Africana de Xadrez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Confirmar dados oficiais de jogadores e árbitros.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Validar representantes em eventos continentais.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Manter alinhamento organizacional entre federações.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764279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6A35-33D1-8E9D-C690-878D8A4AF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5EF3EA-25A6-EE79-CE2D-1625AF593DC1}"/>
              </a:ext>
            </a:extLst>
          </p:cNvPr>
          <p:cNvSpPr txBox="1"/>
          <p:nvPr/>
        </p:nvSpPr>
        <p:spPr>
          <a:xfrm>
            <a:off x="866775" y="521521"/>
            <a:ext cx="6094268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e seus </a:t>
            </a:r>
            <a:r>
              <a:rPr lang="pt-PT" sz="2400" b="1" dirty="0" err="1"/>
              <a:t>Objectivos</a:t>
            </a:r>
            <a:endParaRPr lang="pt-PT" sz="2400" b="1" dirty="0"/>
          </a:p>
          <a:p>
            <a:pPr algn="just">
              <a:lnSpc>
                <a:spcPct val="150000"/>
              </a:lnSpc>
            </a:pPr>
            <a:r>
              <a:rPr lang="pt-PT" sz="2400" b="1" dirty="0" err="1"/>
              <a:t>Stakeholders</a:t>
            </a:r>
            <a:r>
              <a:rPr lang="pt-PT" sz="2400" b="1" dirty="0"/>
              <a:t> Secundários(</a:t>
            </a:r>
            <a:r>
              <a:rPr lang="pt-PT" sz="2400" b="1" i="1" dirty="0" err="1">
                <a:solidFill>
                  <a:schemeClr val="accent6"/>
                </a:solidFill>
              </a:rPr>
              <a:t>cont</a:t>
            </a:r>
            <a:r>
              <a:rPr lang="pt-PT" sz="2400" b="1" i="1" dirty="0">
                <a:solidFill>
                  <a:schemeClr val="accent6"/>
                </a:solidFill>
              </a:rPr>
              <a:t>…</a:t>
            </a:r>
            <a:r>
              <a:rPr lang="pt-PT" sz="2400" b="1" dirty="0"/>
              <a:t>)</a:t>
            </a:r>
            <a:endParaRPr lang="en-US" sz="2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25EDB6F-5A24-08F1-F8FE-A4C4857EF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650" y="2113819"/>
            <a:ext cx="10172699" cy="398564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sz="2400" dirty="0">
                <a:solidFill>
                  <a:schemeClr val="tx1"/>
                </a:solidFill>
              </a:rPr>
              <a:t>Organizadores de Torneios</a:t>
            </a:r>
            <a:endParaRPr lang="en-US" sz="24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sz="2400" dirty="0" err="1">
                <a:solidFill>
                  <a:schemeClr val="tx1"/>
                </a:solidFill>
              </a:rPr>
              <a:t>Objectivos</a:t>
            </a:r>
            <a:r>
              <a:rPr lang="pt-PT" sz="2400" dirty="0">
                <a:solidFill>
                  <a:schemeClr val="tx1"/>
                </a:solidFill>
              </a:rPr>
              <a:t> principais:</a:t>
            </a:r>
            <a:endParaRPr lang="en-US" sz="240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Confirmar elegibilidade dos participantes.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Validar licenças </a:t>
            </a:r>
            <a:r>
              <a:rPr lang="pt-PT" sz="2400" b="0" dirty="0" err="1">
                <a:solidFill>
                  <a:schemeClr val="tx1"/>
                </a:solidFill>
              </a:rPr>
              <a:t>activas</a:t>
            </a:r>
            <a:r>
              <a:rPr lang="pt-PT" sz="2400" b="0" dirty="0">
                <a:solidFill>
                  <a:schemeClr val="tx1"/>
                </a:solidFill>
              </a:rPr>
              <a:t>.</a:t>
            </a:r>
            <a:endParaRPr lang="en-US" sz="2400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sz="2400" b="0" dirty="0">
                <a:solidFill>
                  <a:schemeClr val="tx1"/>
                </a:solidFill>
              </a:rPr>
              <a:t>Aceder rapidamente à lista oficial de membros regulares.</a:t>
            </a:r>
            <a:endParaRPr lang="en-US" sz="2400" b="0" dirty="0">
              <a:solidFill>
                <a:schemeClr val="tx1"/>
              </a:solidFill>
            </a:endParaRPr>
          </a:p>
          <a:p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1582038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D61B1-1BF7-D6ED-39EA-D3E0ECB4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3D7CF018-E981-8931-E720-23F2C04F0A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14" y="607869"/>
            <a:ext cx="10172699" cy="56422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História do utilizador 1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b="0" dirty="0">
                <a:solidFill>
                  <a:schemeClr val="tx1"/>
                </a:solidFill>
              </a:rPr>
              <a:t>Como jogador federado quero consultar o meu estado de licença e pagamento para garantir que estou elegível para participar num torneio oficial.</a:t>
            </a:r>
            <a:endParaRPr lang="en-US" b="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Critérios de Aceitação</a:t>
            </a:r>
            <a:endParaRPr lang="en-US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permitir autenticação segura do jogador.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indicar automaticamente se o jogador está Elegível ou Não Elegível.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Caso não esteja elegível, deve mostrar o motivo.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permitir iniciar pedido de renovação online.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55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0481C-CC53-1035-9E03-F63937CD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DD49362-3861-8FC1-8145-93217BFC1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14" y="607869"/>
            <a:ext cx="10172699" cy="56422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História de Utilizador 2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b="0" dirty="0">
                <a:solidFill>
                  <a:schemeClr val="tx1"/>
                </a:solidFill>
              </a:rPr>
              <a:t>Como representante de clube filiado quero gerar uma lista automática de jogadores elegíveis para submeter </a:t>
            </a:r>
            <a:r>
              <a:rPr lang="pt-PT" b="0" dirty="0" err="1">
                <a:solidFill>
                  <a:schemeClr val="tx1"/>
                </a:solidFill>
              </a:rPr>
              <a:t>correctamente</a:t>
            </a:r>
            <a:r>
              <a:rPr lang="pt-PT" b="0" dirty="0">
                <a:solidFill>
                  <a:schemeClr val="tx1"/>
                </a:solidFill>
              </a:rPr>
              <a:t> a inscrição num campeonato provincial.</a:t>
            </a:r>
            <a:endParaRPr lang="en-US" b="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Critérios de Aceitação</a:t>
            </a:r>
            <a:endParaRPr lang="en-US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permitir acesso ao painel do clube.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Deve ser possível visualizar todos os membros vinculados ao clube.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impedir inclusão de jogador não elegível na lista final.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sistema deve registar data e responsável pela submissão.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40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D0D0-33CE-8BD5-5A9E-E5E9250C4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5E2AB57D-83E3-CC64-F9F6-691A4AF86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614" y="607869"/>
            <a:ext cx="10172699" cy="56422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História de Utilizador 3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b="0" dirty="0">
                <a:solidFill>
                  <a:schemeClr val="tx1"/>
                </a:solidFill>
              </a:rPr>
              <a:t>Como membro da Direção da FMX quero gerar relatórios estatísticos oficiais para enviar ao Ministério do Desporto e entidades reguladoras.</a:t>
            </a:r>
            <a:endParaRPr lang="en-US" b="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PT" dirty="0">
                <a:solidFill>
                  <a:schemeClr val="tx1"/>
                </a:solidFill>
              </a:rPr>
              <a:t>Critérios de Aceitação</a:t>
            </a:r>
            <a:endParaRPr lang="en-US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Deve ser possível exportar em PDF oficial com logótipo da federação.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 relatório deve conter data de geração e responsável.</a:t>
            </a:r>
            <a:endParaRPr lang="en-US" b="0" dirty="0">
              <a:solidFill>
                <a:schemeClr val="tx1"/>
              </a:solidFill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PT" b="0" dirty="0">
                <a:solidFill>
                  <a:schemeClr val="tx1"/>
                </a:solidFill>
              </a:rPr>
              <a:t>Os dados devem ser consistentes (sem duplicações).</a:t>
            </a: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545356"/>
      </p:ext>
    </p:extLst>
  </p:cSld>
  <p:clrMapOvr>
    <a:masterClrMapping/>
  </p:clrMapOvr>
</p:sld>
</file>

<file path=ppt/theme/theme1.xml><?xml version="1.0" encoding="utf-8"?>
<a:theme xmlns:a="http://schemas.openxmlformats.org/drawingml/2006/main" name="Innovate Business Plan by Slidesgo">
  <a:themeElements>
    <a:clrScheme name="Simple Light">
      <a:dk1>
        <a:srgbClr val="2A2A2A"/>
      </a:dk1>
      <a:lt1>
        <a:srgbClr val="FFFFFF"/>
      </a:lt1>
      <a:dk2>
        <a:srgbClr val="B7B3F0"/>
      </a:dk2>
      <a:lt2>
        <a:srgbClr val="E1BDF7"/>
      </a:lt2>
      <a:accent1>
        <a:srgbClr val="A6CEF2"/>
      </a:accent1>
      <a:accent2>
        <a:srgbClr val="C2C2C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A2A2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ustom">
  <a:themeElements>
    <a:clrScheme name="OP_001_Biz Presentation_Personal Budgeting_250210_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1871CA"/>
      </a:accent1>
      <a:accent2>
        <a:srgbClr val="F6C94C"/>
      </a:accent2>
      <a:accent3>
        <a:srgbClr val="02C9CE"/>
      </a:accent3>
      <a:accent4>
        <a:srgbClr val="92D050"/>
      </a:accent4>
      <a:accent5>
        <a:srgbClr val="8E7EF0"/>
      </a:accent5>
      <a:accent6>
        <a:srgbClr val="D90909"/>
      </a:accent6>
      <a:hlink>
        <a:srgbClr val="ED861F"/>
      </a:hlink>
      <a:folHlink>
        <a:srgbClr val="979797"/>
      </a:folHlink>
    </a:clrScheme>
    <a:fontScheme name="Custom">
      <a:majorFont>
        <a:latin typeface="Segoe UI Black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Innovate Business Plan by Slidesgo</Template>
  <TotalTime>807</TotalTime>
  <Words>804</Words>
  <Application>Microsoft Office PowerPoint</Application>
  <PresentationFormat>Widescreen</PresentationFormat>
  <Paragraphs>119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18</vt:i4>
      </vt:variant>
    </vt:vector>
  </HeadingPairs>
  <TitlesOfParts>
    <vt:vector size="40" baseType="lpstr">
      <vt:lpstr>Aldrich</vt:lpstr>
      <vt:lpstr>Anaheim</vt:lpstr>
      <vt:lpstr>Arial</vt:lpstr>
      <vt:lpstr>Bai Jamjuree</vt:lpstr>
      <vt:lpstr>Blinker</vt:lpstr>
      <vt:lpstr>DM Sans</vt:lpstr>
      <vt:lpstr>Nunito Light</vt:lpstr>
      <vt:lpstr>Outfit</vt:lpstr>
      <vt:lpstr>Proxima Nova</vt:lpstr>
      <vt:lpstr>Proxima Nova Semibold</vt:lpstr>
      <vt:lpstr>Raleway</vt:lpstr>
      <vt:lpstr>Righteous</vt:lpstr>
      <vt:lpstr>Segoe UI Black</vt:lpstr>
      <vt:lpstr>Wingdings</vt:lpstr>
      <vt:lpstr>Innovate Business Plan by Slidesgo</vt:lpstr>
      <vt:lpstr>Slidesgo Final Pages</vt:lpstr>
      <vt:lpstr>Data Science Project Proposal XL by Slidesgo</vt:lpstr>
      <vt:lpstr>1_Slidesgo Final Pages</vt:lpstr>
      <vt:lpstr>2_Slidesgo Final Pages</vt:lpstr>
      <vt:lpstr>Data Collection and Analysis - Master of Science in Community Health and Prevention Research by Slidesgo</vt:lpstr>
      <vt:lpstr>3_Slidesgo Final Pages</vt:lpstr>
      <vt:lpstr>Custom</vt:lpstr>
      <vt:lpstr>PowerPoint Presentation</vt:lpstr>
      <vt:lpstr>Problema</vt:lpstr>
      <vt:lpstr>Dentro(do escopo)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Genio Cossa</dc:creator>
  <cp:lastModifiedBy>Genio Cossa</cp:lastModifiedBy>
  <cp:revision>26</cp:revision>
  <dcterms:created xsi:type="dcterms:W3CDTF">2026-03-01T11:39:58Z</dcterms:created>
  <dcterms:modified xsi:type="dcterms:W3CDTF">2026-03-04T11:26:04Z</dcterms:modified>
</cp:coreProperties>
</file>